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5" r:id="rId1"/>
    <p:sldMasterId id="2147483737" r:id="rId2"/>
  </p:sldMasterIdLst>
  <p:notesMasterIdLst>
    <p:notesMasterId r:id="rId42"/>
  </p:notesMasterIdLst>
  <p:handoutMasterIdLst>
    <p:handoutMasterId r:id="rId43"/>
  </p:handoutMasterIdLst>
  <p:sldIdLst>
    <p:sldId id="286" r:id="rId3"/>
    <p:sldId id="295" r:id="rId4"/>
    <p:sldId id="296" r:id="rId5"/>
    <p:sldId id="257" r:id="rId6"/>
    <p:sldId id="297" r:id="rId7"/>
    <p:sldId id="287" r:id="rId8"/>
    <p:sldId id="288" r:id="rId9"/>
    <p:sldId id="289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303" r:id="rId20"/>
    <p:sldId id="304" r:id="rId21"/>
    <p:sldId id="290" r:id="rId22"/>
    <p:sldId id="291" r:id="rId23"/>
    <p:sldId id="292" r:id="rId24"/>
    <p:sldId id="293" r:id="rId25"/>
    <p:sldId id="294" r:id="rId26"/>
    <p:sldId id="268" r:id="rId27"/>
    <p:sldId id="298" r:id="rId28"/>
    <p:sldId id="269" r:id="rId29"/>
    <p:sldId id="270" r:id="rId30"/>
    <p:sldId id="271" r:id="rId31"/>
    <p:sldId id="272" r:id="rId32"/>
    <p:sldId id="273" r:id="rId33"/>
    <p:sldId id="274" r:id="rId34"/>
    <p:sldId id="275" r:id="rId35"/>
    <p:sldId id="276" r:id="rId36"/>
    <p:sldId id="277" r:id="rId37"/>
    <p:sldId id="299" r:id="rId38"/>
    <p:sldId id="300" r:id="rId39"/>
    <p:sldId id="301" r:id="rId40"/>
    <p:sldId id="302" r:id="rId41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rgbClr val="000000"/>
        </a:solidFill>
        <a:latin typeface="Arial Unicode MS" pitchFamily="34" charset="-128"/>
        <a:ea typeface="Arial Unicode MS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rgbClr val="000000"/>
        </a:solidFill>
        <a:latin typeface="Arial Unicode MS" pitchFamily="34" charset="-128"/>
        <a:ea typeface="Arial Unicode MS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rgbClr val="000000"/>
        </a:solidFill>
        <a:latin typeface="Arial Unicode MS" pitchFamily="34" charset="-128"/>
        <a:ea typeface="Arial Unicode MS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rgbClr val="000000"/>
        </a:solidFill>
        <a:latin typeface="Arial Unicode MS" pitchFamily="34" charset="-128"/>
        <a:ea typeface="Arial Unicode MS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rgbClr val="000000"/>
        </a:solidFill>
        <a:latin typeface="Arial Unicode MS" pitchFamily="34" charset="-128"/>
        <a:ea typeface="Arial Unicode MS" pitchFamily="34" charset="-128"/>
        <a:cs typeface="+mn-cs"/>
      </a:defRPr>
    </a:lvl5pPr>
    <a:lvl6pPr marL="2286000" algn="l" defTabSz="914400" rtl="0" eaLnBrk="1" latinLnBrk="0" hangingPunct="1">
      <a:defRPr sz="2800" kern="1200">
        <a:solidFill>
          <a:srgbClr val="000000"/>
        </a:solidFill>
        <a:latin typeface="Arial Unicode MS" pitchFamily="34" charset="-128"/>
        <a:ea typeface="Arial Unicode MS" pitchFamily="34" charset="-128"/>
        <a:cs typeface="+mn-cs"/>
      </a:defRPr>
    </a:lvl6pPr>
    <a:lvl7pPr marL="2743200" algn="l" defTabSz="914400" rtl="0" eaLnBrk="1" latinLnBrk="0" hangingPunct="1">
      <a:defRPr sz="2800" kern="1200">
        <a:solidFill>
          <a:srgbClr val="000000"/>
        </a:solidFill>
        <a:latin typeface="Arial Unicode MS" pitchFamily="34" charset="-128"/>
        <a:ea typeface="Arial Unicode MS" pitchFamily="34" charset="-128"/>
        <a:cs typeface="+mn-cs"/>
      </a:defRPr>
    </a:lvl7pPr>
    <a:lvl8pPr marL="3200400" algn="l" defTabSz="914400" rtl="0" eaLnBrk="1" latinLnBrk="0" hangingPunct="1">
      <a:defRPr sz="2800" kern="1200">
        <a:solidFill>
          <a:srgbClr val="000000"/>
        </a:solidFill>
        <a:latin typeface="Arial Unicode MS" pitchFamily="34" charset="-128"/>
        <a:ea typeface="Arial Unicode MS" pitchFamily="34" charset="-128"/>
        <a:cs typeface="+mn-cs"/>
      </a:defRPr>
    </a:lvl8pPr>
    <a:lvl9pPr marL="3657600" algn="l" defTabSz="914400" rtl="0" eaLnBrk="1" latinLnBrk="0" hangingPunct="1">
      <a:defRPr sz="2800" kern="1200">
        <a:solidFill>
          <a:srgbClr val="000000"/>
        </a:solidFill>
        <a:latin typeface="Arial Unicode MS" pitchFamily="34" charset="-128"/>
        <a:ea typeface="Arial Unicode MS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99"/>
    <a:srgbClr val="0000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32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5235" tIns="47617" rIns="95235" bIns="47617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16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5235" tIns="47617" rIns="95235" bIns="47617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16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5235" tIns="47617" rIns="95235" bIns="47617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en-US"/>
              <a:t>MAINAK CS422</a:t>
            </a:r>
          </a:p>
        </p:txBody>
      </p:sp>
      <p:sp>
        <p:nvSpPr>
          <p:cNvPr id="116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5235" tIns="47617" rIns="95235" bIns="47617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75BF5A2-0DFB-431E-AD1C-A200AC9A7A2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5235" tIns="47617" rIns="95235" bIns="47617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5235" tIns="47617" rIns="95235" bIns="47617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19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36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5235" tIns="47617" rIns="95235" bIns="4761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 smtClean="0"/>
              <a:t>Click to edit Master text styles</a:t>
            </a:r>
          </a:p>
          <a:p>
            <a:pPr lvl="1"/>
            <a:r>
              <a:rPr lang="en-US" altLang="en-US" noProof="0" smtClean="0"/>
              <a:t>Second level</a:t>
            </a:r>
          </a:p>
          <a:p>
            <a:pPr lvl="2"/>
            <a:r>
              <a:rPr lang="en-US" altLang="en-US" noProof="0" smtClean="0"/>
              <a:t>Third level</a:t>
            </a:r>
          </a:p>
          <a:p>
            <a:pPr lvl="3"/>
            <a:r>
              <a:rPr lang="en-US" altLang="en-US" noProof="0" smtClean="0"/>
              <a:t>Fourth level</a:t>
            </a:r>
          </a:p>
          <a:p>
            <a:pPr lvl="4"/>
            <a:r>
              <a:rPr lang="en-US" altLang="en-US" noProof="0" smtClean="0"/>
              <a:t>Fifth level</a:t>
            </a:r>
          </a:p>
        </p:txBody>
      </p:sp>
      <p:sp>
        <p:nvSpPr>
          <p:cNvPr id="1136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5235" tIns="47617" rIns="95235" bIns="47617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en-US"/>
              <a:t>MAINAK CS422</a:t>
            </a:r>
          </a:p>
        </p:txBody>
      </p:sp>
      <p:sp>
        <p:nvSpPr>
          <p:cNvPr id="1136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5235" tIns="47617" rIns="95235" bIns="47617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E029C28-64DF-4279-988C-8BCEF149A48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43012" name="Footer Placeholder 3"/>
          <p:cNvSpPr>
            <a:spLocks noGrp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r>
              <a:rPr lang="en-US" altLang="en-US" sz="1200" smtClean="0">
                <a:solidFill>
                  <a:schemeClr val="tx1"/>
                </a:solidFill>
                <a:latin typeface="Arial" panose="020B0604020202020204" pitchFamily="34" charset="0"/>
              </a:rPr>
              <a:t>MAINAK CS422</a:t>
            </a:r>
          </a:p>
        </p:txBody>
      </p:sp>
      <p:sp>
        <p:nvSpPr>
          <p:cNvPr id="43013" name="Slide Number Placeholder 4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fld id="{18FD295E-64B7-4193-8ABE-35D05F40ED6C}" type="slidenum">
              <a:rPr lang="en-US" altLang="en-US" sz="1200">
                <a:solidFill>
                  <a:schemeClr val="tx1"/>
                </a:solidFill>
                <a:latin typeface="Arial" panose="020B0604020202020204" pitchFamily="34" charset="0"/>
              </a:rPr>
              <a:pPr/>
              <a:t>3</a:t>
            </a:fld>
            <a:endParaRPr lang="en-US" altLang="en-US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44036" name="Footer Placeholder 3"/>
          <p:cNvSpPr>
            <a:spLocks noGrp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r>
              <a:rPr lang="en-US" altLang="en-US" sz="1200" smtClean="0">
                <a:solidFill>
                  <a:schemeClr val="tx1"/>
                </a:solidFill>
                <a:latin typeface="Arial" panose="020B0604020202020204" pitchFamily="34" charset="0"/>
              </a:rPr>
              <a:t>MAINAK CS422</a:t>
            </a:r>
          </a:p>
        </p:txBody>
      </p:sp>
      <p:sp>
        <p:nvSpPr>
          <p:cNvPr id="44037" name="Slide Number Placeholder 4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fld id="{8888FE20-DEF9-405C-B2AB-6C2D96D047C9}" type="slidenum">
              <a:rPr lang="en-US" altLang="en-US" sz="1200">
                <a:solidFill>
                  <a:schemeClr val="tx1"/>
                </a:solidFill>
                <a:latin typeface="Arial" panose="020B0604020202020204" pitchFamily="34" charset="0"/>
              </a:rPr>
              <a:pPr/>
              <a:t>4</a:t>
            </a:fld>
            <a:endParaRPr lang="en-US" altLang="en-US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45060" name="Footer Placeholder 3"/>
          <p:cNvSpPr>
            <a:spLocks noGrp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r>
              <a:rPr lang="en-US" altLang="en-US" sz="1200" smtClean="0">
                <a:solidFill>
                  <a:schemeClr val="tx1"/>
                </a:solidFill>
                <a:latin typeface="Arial" panose="020B0604020202020204" pitchFamily="34" charset="0"/>
              </a:rPr>
              <a:t>MAINAK CS422</a:t>
            </a:r>
          </a:p>
        </p:txBody>
      </p:sp>
      <p:sp>
        <p:nvSpPr>
          <p:cNvPr id="45061" name="Slide Number Placeholder 4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fld id="{BB35E88E-27E6-4256-B442-0CAB1D771997}" type="slidenum">
              <a:rPr lang="en-US" altLang="en-US" sz="1200">
                <a:solidFill>
                  <a:schemeClr val="tx1"/>
                </a:solidFill>
                <a:latin typeface="Arial" panose="020B0604020202020204" pitchFamily="34" charset="0"/>
              </a:rPr>
              <a:pPr/>
              <a:t>5</a:t>
            </a:fld>
            <a:endParaRPr lang="en-US" altLang="en-US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46084" name="Footer Placeholder 3"/>
          <p:cNvSpPr>
            <a:spLocks noGrp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r>
              <a:rPr lang="en-US" altLang="en-US" sz="1200" smtClean="0">
                <a:solidFill>
                  <a:schemeClr val="tx1"/>
                </a:solidFill>
                <a:latin typeface="Arial" panose="020B0604020202020204" pitchFamily="34" charset="0"/>
              </a:rPr>
              <a:t>MAINAK CS422</a:t>
            </a:r>
          </a:p>
        </p:txBody>
      </p:sp>
      <p:sp>
        <p:nvSpPr>
          <p:cNvPr id="46085" name="Slide Number Placeholder 4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fld id="{79F0AF2F-C062-4FEE-9EB2-CA39A569AD3B}" type="slidenum">
              <a:rPr lang="en-US" altLang="en-US" sz="1200">
                <a:solidFill>
                  <a:schemeClr val="tx1"/>
                </a:solidFill>
                <a:latin typeface="Arial" panose="020B0604020202020204" pitchFamily="34" charset="0"/>
              </a:rPr>
              <a:pPr/>
              <a:t>9</a:t>
            </a:fld>
            <a:endParaRPr lang="en-US" altLang="en-US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8805863" cy="6858000"/>
            <a:chOff x="0" y="0"/>
            <a:chExt cx="5547" cy="4320"/>
          </a:xfrm>
        </p:grpSpPr>
        <p:grpSp>
          <p:nvGrpSpPr>
            <p:cNvPr id="5" name="Group 3"/>
            <p:cNvGrpSpPr>
              <a:grpSpLocks/>
            </p:cNvGrpSpPr>
            <p:nvPr userDrawn="1"/>
          </p:nvGrpSpPr>
          <p:grpSpPr bwMode="auto">
            <a:xfrm rot="-215207">
              <a:off x="3692" y="234"/>
              <a:ext cx="1857" cy="3625"/>
              <a:chOff x="3010" y="778"/>
              <a:chExt cx="1857" cy="3625"/>
            </a:xfrm>
          </p:grpSpPr>
          <p:sp>
            <p:nvSpPr>
              <p:cNvPr id="39" name="Freeform 4"/>
              <p:cNvSpPr>
                <a:spLocks/>
              </p:cNvSpPr>
              <p:nvPr userDrawn="1"/>
            </p:nvSpPr>
            <p:spPr bwMode="ltGray">
              <a:xfrm rot="12185230" flipV="1">
                <a:off x="3533" y="777"/>
                <a:ext cx="1333" cy="1485"/>
              </a:xfrm>
              <a:custGeom>
                <a:avLst/>
                <a:gdLst>
                  <a:gd name="T0" fmla="*/ 906 w 596"/>
                  <a:gd name="T1" fmla="*/ 20400 h 666"/>
                  <a:gd name="T2" fmla="*/ 324 w 596"/>
                  <a:gd name="T3" fmla="*/ 18788 h 666"/>
                  <a:gd name="T4" fmla="*/ 0 w 596"/>
                  <a:gd name="T5" fmla="*/ 15920 h 666"/>
                  <a:gd name="T6" fmla="*/ 226 w 596"/>
                  <a:gd name="T7" fmla="*/ 12241 h 666"/>
                  <a:gd name="T8" fmla="*/ 1400 w 596"/>
                  <a:gd name="T9" fmla="*/ 8328 h 666"/>
                  <a:gd name="T10" fmla="*/ 3847 w 596"/>
                  <a:gd name="T11" fmla="*/ 4624 h 666"/>
                  <a:gd name="T12" fmla="*/ 7953 w 596"/>
                  <a:gd name="T13" fmla="*/ 1706 h 666"/>
                  <a:gd name="T14" fmla="*/ 13815 w 596"/>
                  <a:gd name="T15" fmla="*/ 100 h 666"/>
                  <a:gd name="T16" fmla="*/ 21270 w 596"/>
                  <a:gd name="T17" fmla="*/ 497 h 666"/>
                  <a:gd name="T18" fmla="*/ 27098 w 596"/>
                  <a:gd name="T19" fmla="*/ 3759 h 666"/>
                  <a:gd name="T20" fmla="*/ 31003 w 596"/>
                  <a:gd name="T21" fmla="*/ 9104 h 666"/>
                  <a:gd name="T22" fmla="*/ 33086 w 596"/>
                  <a:gd name="T23" fmla="*/ 15642 h 666"/>
                  <a:gd name="T24" fmla="*/ 33305 w 596"/>
                  <a:gd name="T25" fmla="*/ 22547 h 666"/>
                  <a:gd name="T26" fmla="*/ 31683 w 596"/>
                  <a:gd name="T27" fmla="*/ 28944 h 666"/>
                  <a:gd name="T28" fmla="*/ 28373 w 596"/>
                  <a:gd name="T29" fmla="*/ 33887 h 666"/>
                  <a:gd name="T30" fmla="*/ 23350 w 596"/>
                  <a:gd name="T31" fmla="*/ 36536 h 666"/>
                  <a:gd name="T32" fmla="*/ 21771 w 596"/>
                  <a:gd name="T33" fmla="*/ 36302 h 666"/>
                  <a:gd name="T34" fmla="*/ 24672 w 596"/>
                  <a:gd name="T35" fmla="*/ 34012 h 666"/>
                  <a:gd name="T36" fmla="*/ 26973 w 596"/>
                  <a:gd name="T37" fmla="*/ 29985 h 666"/>
                  <a:gd name="T38" fmla="*/ 28474 w 596"/>
                  <a:gd name="T39" fmla="*/ 25009 h 666"/>
                  <a:gd name="T40" fmla="*/ 29098 w 596"/>
                  <a:gd name="T41" fmla="*/ 19579 h 666"/>
                  <a:gd name="T42" fmla="*/ 28774 w 596"/>
                  <a:gd name="T43" fmla="*/ 14215 h 666"/>
                  <a:gd name="T44" fmla="*/ 27152 w 596"/>
                  <a:gd name="T45" fmla="*/ 9590 h 666"/>
                  <a:gd name="T46" fmla="*/ 24222 w 596"/>
                  <a:gd name="T47" fmla="*/ 6174 h 666"/>
                  <a:gd name="T48" fmla="*/ 19098 w 596"/>
                  <a:gd name="T49" fmla="*/ 4121 h 666"/>
                  <a:gd name="T50" fmla="*/ 13762 w 596"/>
                  <a:gd name="T51" fmla="*/ 3360 h 666"/>
                  <a:gd name="T52" fmla="*/ 9734 w 596"/>
                  <a:gd name="T53" fmla="*/ 3902 h 666"/>
                  <a:gd name="T54" fmla="*/ 6779 w 596"/>
                  <a:gd name="T55" fmla="*/ 5563 h 666"/>
                  <a:gd name="T56" fmla="*/ 4697 w 596"/>
                  <a:gd name="T57" fmla="*/ 8203 h 666"/>
                  <a:gd name="T58" fmla="*/ 3176 w 596"/>
                  <a:gd name="T59" fmla="*/ 11340 h 666"/>
                  <a:gd name="T60" fmla="*/ 2225 w 596"/>
                  <a:gd name="T61" fmla="*/ 14975 h 666"/>
                  <a:gd name="T62" fmla="*/ 1577 w 596"/>
                  <a:gd name="T63" fmla="*/ 18690 h 66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596" h="666">
                    <a:moveTo>
                      <a:pt x="22" y="372"/>
                    </a:moveTo>
                    <a:lnTo>
                      <a:pt x="16" y="370"/>
                    </a:lnTo>
                    <a:lnTo>
                      <a:pt x="10" y="360"/>
                    </a:lnTo>
                    <a:lnTo>
                      <a:pt x="6" y="341"/>
                    </a:lnTo>
                    <a:lnTo>
                      <a:pt x="1" y="318"/>
                    </a:lnTo>
                    <a:lnTo>
                      <a:pt x="0" y="289"/>
                    </a:lnTo>
                    <a:lnTo>
                      <a:pt x="0" y="257"/>
                    </a:lnTo>
                    <a:lnTo>
                      <a:pt x="4" y="222"/>
                    </a:lnTo>
                    <a:lnTo>
                      <a:pt x="13" y="187"/>
                    </a:lnTo>
                    <a:lnTo>
                      <a:pt x="25" y="151"/>
                    </a:lnTo>
                    <a:lnTo>
                      <a:pt x="45" y="116"/>
                    </a:lnTo>
                    <a:lnTo>
                      <a:pt x="69" y="84"/>
                    </a:lnTo>
                    <a:lnTo>
                      <a:pt x="101" y="55"/>
                    </a:lnTo>
                    <a:lnTo>
                      <a:pt x="142" y="31"/>
                    </a:lnTo>
                    <a:lnTo>
                      <a:pt x="190" y="13"/>
                    </a:lnTo>
                    <a:lnTo>
                      <a:pt x="247" y="2"/>
                    </a:lnTo>
                    <a:lnTo>
                      <a:pt x="314" y="0"/>
                    </a:lnTo>
                    <a:lnTo>
                      <a:pt x="380" y="9"/>
                    </a:lnTo>
                    <a:lnTo>
                      <a:pt x="436" y="33"/>
                    </a:lnTo>
                    <a:lnTo>
                      <a:pt x="484" y="68"/>
                    </a:lnTo>
                    <a:lnTo>
                      <a:pt x="524" y="113"/>
                    </a:lnTo>
                    <a:lnTo>
                      <a:pt x="554" y="165"/>
                    </a:lnTo>
                    <a:lnTo>
                      <a:pt x="577" y="222"/>
                    </a:lnTo>
                    <a:lnTo>
                      <a:pt x="591" y="284"/>
                    </a:lnTo>
                    <a:lnTo>
                      <a:pt x="596" y="347"/>
                    </a:lnTo>
                    <a:lnTo>
                      <a:pt x="595" y="409"/>
                    </a:lnTo>
                    <a:lnTo>
                      <a:pt x="585" y="469"/>
                    </a:lnTo>
                    <a:lnTo>
                      <a:pt x="566" y="525"/>
                    </a:lnTo>
                    <a:lnTo>
                      <a:pt x="540" y="574"/>
                    </a:lnTo>
                    <a:lnTo>
                      <a:pt x="507" y="615"/>
                    </a:lnTo>
                    <a:lnTo>
                      <a:pt x="465" y="645"/>
                    </a:lnTo>
                    <a:lnTo>
                      <a:pt x="417" y="663"/>
                    </a:lnTo>
                    <a:lnTo>
                      <a:pt x="360" y="666"/>
                    </a:lnTo>
                    <a:lnTo>
                      <a:pt x="389" y="659"/>
                    </a:lnTo>
                    <a:lnTo>
                      <a:pt x="417" y="642"/>
                    </a:lnTo>
                    <a:lnTo>
                      <a:pt x="441" y="617"/>
                    </a:lnTo>
                    <a:lnTo>
                      <a:pt x="463" y="583"/>
                    </a:lnTo>
                    <a:lnTo>
                      <a:pt x="482" y="544"/>
                    </a:lnTo>
                    <a:lnTo>
                      <a:pt x="497" y="501"/>
                    </a:lnTo>
                    <a:lnTo>
                      <a:pt x="509" y="454"/>
                    </a:lnTo>
                    <a:lnTo>
                      <a:pt x="517" y="404"/>
                    </a:lnTo>
                    <a:lnTo>
                      <a:pt x="520" y="355"/>
                    </a:lnTo>
                    <a:lnTo>
                      <a:pt x="519" y="305"/>
                    </a:lnTo>
                    <a:lnTo>
                      <a:pt x="514" y="258"/>
                    </a:lnTo>
                    <a:lnTo>
                      <a:pt x="502" y="213"/>
                    </a:lnTo>
                    <a:lnTo>
                      <a:pt x="485" y="174"/>
                    </a:lnTo>
                    <a:lnTo>
                      <a:pt x="462" y="139"/>
                    </a:lnTo>
                    <a:lnTo>
                      <a:pt x="433" y="112"/>
                    </a:lnTo>
                    <a:lnTo>
                      <a:pt x="397" y="93"/>
                    </a:lnTo>
                    <a:lnTo>
                      <a:pt x="341" y="75"/>
                    </a:lnTo>
                    <a:lnTo>
                      <a:pt x="290" y="65"/>
                    </a:lnTo>
                    <a:lnTo>
                      <a:pt x="246" y="61"/>
                    </a:lnTo>
                    <a:lnTo>
                      <a:pt x="207" y="63"/>
                    </a:lnTo>
                    <a:lnTo>
                      <a:pt x="174" y="71"/>
                    </a:lnTo>
                    <a:lnTo>
                      <a:pt x="146" y="84"/>
                    </a:lnTo>
                    <a:lnTo>
                      <a:pt x="121" y="101"/>
                    </a:lnTo>
                    <a:lnTo>
                      <a:pt x="101" y="123"/>
                    </a:lnTo>
                    <a:lnTo>
                      <a:pt x="84" y="149"/>
                    </a:lnTo>
                    <a:lnTo>
                      <a:pt x="69" y="176"/>
                    </a:lnTo>
                    <a:lnTo>
                      <a:pt x="57" y="206"/>
                    </a:lnTo>
                    <a:lnTo>
                      <a:pt x="48" y="239"/>
                    </a:lnTo>
                    <a:lnTo>
                      <a:pt x="40" y="272"/>
                    </a:lnTo>
                    <a:lnTo>
                      <a:pt x="33" y="305"/>
                    </a:lnTo>
                    <a:lnTo>
                      <a:pt x="28" y="339"/>
                    </a:lnTo>
                    <a:lnTo>
                      <a:pt x="22" y="372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40" name="Freeform 5"/>
              <p:cNvSpPr>
                <a:spLocks/>
              </p:cNvSpPr>
              <p:nvPr userDrawn="1"/>
            </p:nvSpPr>
            <p:spPr bwMode="ltGray">
              <a:xfrm rot="12185230" flipV="1">
                <a:off x="4028" y="1801"/>
                <a:ext cx="571" cy="531"/>
              </a:xfrm>
              <a:custGeom>
                <a:avLst/>
                <a:gdLst>
                  <a:gd name="T0" fmla="*/ 0 w 257"/>
                  <a:gd name="T1" fmla="*/ 0 h 237"/>
                  <a:gd name="T2" fmla="*/ 0 w 257"/>
                  <a:gd name="T3" fmla="*/ 1405 h 237"/>
                  <a:gd name="T4" fmla="*/ 178 w 257"/>
                  <a:gd name="T5" fmla="*/ 2821 h 237"/>
                  <a:gd name="T6" fmla="*/ 315 w 257"/>
                  <a:gd name="T7" fmla="*/ 4228 h 237"/>
                  <a:gd name="T8" fmla="*/ 582 w 257"/>
                  <a:gd name="T9" fmla="*/ 5547 h 237"/>
                  <a:gd name="T10" fmla="*/ 978 w 257"/>
                  <a:gd name="T11" fmla="*/ 6726 h 237"/>
                  <a:gd name="T12" fmla="*/ 1455 w 257"/>
                  <a:gd name="T13" fmla="*/ 7961 h 237"/>
                  <a:gd name="T14" fmla="*/ 2048 w 257"/>
                  <a:gd name="T15" fmla="*/ 9101 h 237"/>
                  <a:gd name="T16" fmla="*/ 2755 w 257"/>
                  <a:gd name="T17" fmla="*/ 10055 h 237"/>
                  <a:gd name="T18" fmla="*/ 3628 w 257"/>
                  <a:gd name="T19" fmla="*/ 10963 h 237"/>
                  <a:gd name="T20" fmla="*/ 4650 w 257"/>
                  <a:gd name="T21" fmla="*/ 11742 h 237"/>
                  <a:gd name="T22" fmla="*/ 5746 w 257"/>
                  <a:gd name="T23" fmla="*/ 12374 h 237"/>
                  <a:gd name="T24" fmla="*/ 7094 w 257"/>
                  <a:gd name="T25" fmla="*/ 12876 h 237"/>
                  <a:gd name="T26" fmla="*/ 8554 w 257"/>
                  <a:gd name="T27" fmla="*/ 13203 h 237"/>
                  <a:gd name="T28" fmla="*/ 10189 w 257"/>
                  <a:gd name="T29" fmla="*/ 13383 h 237"/>
                  <a:gd name="T30" fmla="*/ 11911 w 257"/>
                  <a:gd name="T31" fmla="*/ 13329 h 237"/>
                  <a:gd name="T32" fmla="*/ 13915 w 257"/>
                  <a:gd name="T33" fmla="*/ 13102 h 237"/>
                  <a:gd name="T34" fmla="*/ 12129 w 257"/>
                  <a:gd name="T35" fmla="*/ 12820 h 237"/>
                  <a:gd name="T36" fmla="*/ 10549 w 257"/>
                  <a:gd name="T37" fmla="*/ 12428 h 237"/>
                  <a:gd name="T38" fmla="*/ 9212 w 257"/>
                  <a:gd name="T39" fmla="*/ 11967 h 237"/>
                  <a:gd name="T40" fmla="*/ 8016 w 257"/>
                  <a:gd name="T41" fmla="*/ 11516 h 237"/>
                  <a:gd name="T42" fmla="*/ 6921 w 257"/>
                  <a:gd name="T43" fmla="*/ 10889 h 237"/>
                  <a:gd name="T44" fmla="*/ 6068 w 257"/>
                  <a:gd name="T45" fmla="*/ 10282 h 237"/>
                  <a:gd name="T46" fmla="*/ 5261 w 257"/>
                  <a:gd name="T47" fmla="*/ 9547 h 237"/>
                  <a:gd name="T48" fmla="*/ 4550 w 257"/>
                  <a:gd name="T49" fmla="*/ 8740 h 237"/>
                  <a:gd name="T50" fmla="*/ 3895 w 257"/>
                  <a:gd name="T51" fmla="*/ 7961 h 237"/>
                  <a:gd name="T52" fmla="*/ 3313 w 257"/>
                  <a:gd name="T53" fmla="*/ 7053 h 237"/>
                  <a:gd name="T54" fmla="*/ 2828 w 257"/>
                  <a:gd name="T55" fmla="*/ 6049 h 237"/>
                  <a:gd name="T56" fmla="*/ 2335 w 257"/>
                  <a:gd name="T57" fmla="*/ 4960 h 237"/>
                  <a:gd name="T58" fmla="*/ 1777 w 257"/>
                  <a:gd name="T59" fmla="*/ 3901 h 237"/>
                  <a:gd name="T60" fmla="*/ 1240 w 257"/>
                  <a:gd name="T61" fmla="*/ 2646 h 237"/>
                  <a:gd name="T62" fmla="*/ 655 w 257"/>
                  <a:gd name="T63" fmla="*/ 1360 h 237"/>
                  <a:gd name="T64" fmla="*/ 0 w 257"/>
                  <a:gd name="T65" fmla="*/ 0 h 23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257" h="237">
                    <a:moveTo>
                      <a:pt x="0" y="0"/>
                    </a:moveTo>
                    <a:lnTo>
                      <a:pt x="0" y="25"/>
                    </a:lnTo>
                    <a:lnTo>
                      <a:pt x="3" y="50"/>
                    </a:lnTo>
                    <a:lnTo>
                      <a:pt x="6" y="75"/>
                    </a:lnTo>
                    <a:lnTo>
                      <a:pt x="11" y="98"/>
                    </a:lnTo>
                    <a:lnTo>
                      <a:pt x="18" y="119"/>
                    </a:lnTo>
                    <a:lnTo>
                      <a:pt x="27" y="141"/>
                    </a:lnTo>
                    <a:lnTo>
                      <a:pt x="38" y="161"/>
                    </a:lnTo>
                    <a:lnTo>
                      <a:pt x="51" y="178"/>
                    </a:lnTo>
                    <a:lnTo>
                      <a:pt x="67" y="194"/>
                    </a:lnTo>
                    <a:lnTo>
                      <a:pt x="86" y="208"/>
                    </a:lnTo>
                    <a:lnTo>
                      <a:pt x="106" y="219"/>
                    </a:lnTo>
                    <a:lnTo>
                      <a:pt x="131" y="228"/>
                    </a:lnTo>
                    <a:lnTo>
                      <a:pt x="158" y="234"/>
                    </a:lnTo>
                    <a:lnTo>
                      <a:pt x="188" y="237"/>
                    </a:lnTo>
                    <a:lnTo>
                      <a:pt x="220" y="236"/>
                    </a:lnTo>
                    <a:lnTo>
                      <a:pt x="257" y="232"/>
                    </a:lnTo>
                    <a:lnTo>
                      <a:pt x="224" y="227"/>
                    </a:lnTo>
                    <a:lnTo>
                      <a:pt x="195" y="220"/>
                    </a:lnTo>
                    <a:lnTo>
                      <a:pt x="170" y="212"/>
                    </a:lnTo>
                    <a:lnTo>
                      <a:pt x="148" y="204"/>
                    </a:lnTo>
                    <a:lnTo>
                      <a:pt x="128" y="193"/>
                    </a:lnTo>
                    <a:lnTo>
                      <a:pt x="112" y="182"/>
                    </a:lnTo>
                    <a:lnTo>
                      <a:pt x="97" y="169"/>
                    </a:lnTo>
                    <a:lnTo>
                      <a:pt x="84" y="155"/>
                    </a:lnTo>
                    <a:lnTo>
                      <a:pt x="72" y="141"/>
                    </a:lnTo>
                    <a:lnTo>
                      <a:pt x="61" y="125"/>
                    </a:lnTo>
                    <a:lnTo>
                      <a:pt x="52" y="107"/>
                    </a:lnTo>
                    <a:lnTo>
                      <a:pt x="43" y="88"/>
                    </a:lnTo>
                    <a:lnTo>
                      <a:pt x="33" y="69"/>
                    </a:lnTo>
                    <a:lnTo>
                      <a:pt x="23" y="47"/>
                    </a:lnTo>
                    <a:lnTo>
                      <a:pt x="12" y="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41" name="Freeform 6"/>
              <p:cNvSpPr>
                <a:spLocks/>
              </p:cNvSpPr>
              <p:nvPr userDrawn="1"/>
            </p:nvSpPr>
            <p:spPr bwMode="ltGray">
              <a:xfrm rot="12185230" flipV="1">
                <a:off x="3638" y="2166"/>
                <a:ext cx="277" cy="249"/>
              </a:xfrm>
              <a:custGeom>
                <a:avLst/>
                <a:gdLst>
                  <a:gd name="T0" fmla="*/ 4282 w 124"/>
                  <a:gd name="T1" fmla="*/ 0 h 110"/>
                  <a:gd name="T2" fmla="*/ 6900 w 124"/>
                  <a:gd name="T3" fmla="*/ 6406 h 110"/>
                  <a:gd name="T4" fmla="*/ 6677 w 124"/>
                  <a:gd name="T5" fmla="*/ 6354 h 110"/>
                  <a:gd name="T6" fmla="*/ 5953 w 124"/>
                  <a:gd name="T7" fmla="*/ 6252 h 110"/>
                  <a:gd name="T8" fmla="*/ 4959 w 124"/>
                  <a:gd name="T9" fmla="*/ 6010 h 110"/>
                  <a:gd name="T10" fmla="*/ 3793 w 124"/>
                  <a:gd name="T11" fmla="*/ 5883 h 110"/>
                  <a:gd name="T12" fmla="*/ 2520 w 124"/>
                  <a:gd name="T13" fmla="*/ 5775 h 110"/>
                  <a:gd name="T14" fmla="*/ 1392 w 124"/>
                  <a:gd name="T15" fmla="*/ 5836 h 110"/>
                  <a:gd name="T16" fmla="*/ 505 w 124"/>
                  <a:gd name="T17" fmla="*/ 6067 h 110"/>
                  <a:gd name="T18" fmla="*/ 0 w 124"/>
                  <a:gd name="T19" fmla="*/ 6544 h 110"/>
                  <a:gd name="T20" fmla="*/ 226 w 124"/>
                  <a:gd name="T21" fmla="*/ 5836 h 110"/>
                  <a:gd name="T22" fmla="*/ 445 w 124"/>
                  <a:gd name="T23" fmla="*/ 5279 h 110"/>
                  <a:gd name="T24" fmla="*/ 894 w 124"/>
                  <a:gd name="T25" fmla="*/ 4883 h 110"/>
                  <a:gd name="T26" fmla="*/ 1392 w 124"/>
                  <a:gd name="T27" fmla="*/ 4514 h 110"/>
                  <a:gd name="T28" fmla="*/ 1997 w 124"/>
                  <a:gd name="T29" fmla="*/ 4278 h 110"/>
                  <a:gd name="T30" fmla="*/ 2620 w 124"/>
                  <a:gd name="T31" fmla="*/ 4222 h 110"/>
                  <a:gd name="T32" fmla="*/ 3288 w 124"/>
                  <a:gd name="T33" fmla="*/ 4222 h 110"/>
                  <a:gd name="T34" fmla="*/ 4012 w 124"/>
                  <a:gd name="T35" fmla="*/ 4407 h 110"/>
                  <a:gd name="T36" fmla="*/ 4057 w 124"/>
                  <a:gd name="T37" fmla="*/ 4222 h 110"/>
                  <a:gd name="T38" fmla="*/ 3878 w 124"/>
                  <a:gd name="T39" fmla="*/ 3330 h 110"/>
                  <a:gd name="T40" fmla="*/ 3733 w 124"/>
                  <a:gd name="T41" fmla="*/ 2259 h 110"/>
                  <a:gd name="T42" fmla="*/ 3612 w 124"/>
                  <a:gd name="T43" fmla="*/ 1788 h 110"/>
                  <a:gd name="T44" fmla="*/ 3514 w 124"/>
                  <a:gd name="T45" fmla="*/ 1788 h 110"/>
                  <a:gd name="T46" fmla="*/ 3389 w 124"/>
                  <a:gd name="T47" fmla="*/ 1727 h 110"/>
                  <a:gd name="T48" fmla="*/ 3288 w 124"/>
                  <a:gd name="T49" fmla="*/ 1553 h 110"/>
                  <a:gd name="T50" fmla="*/ 3163 w 124"/>
                  <a:gd name="T51" fmla="*/ 1367 h 110"/>
                  <a:gd name="T52" fmla="*/ 3163 w 124"/>
                  <a:gd name="T53" fmla="*/ 1127 h 110"/>
                  <a:gd name="T54" fmla="*/ 3288 w 124"/>
                  <a:gd name="T55" fmla="*/ 835 h 110"/>
                  <a:gd name="T56" fmla="*/ 3657 w 124"/>
                  <a:gd name="T57" fmla="*/ 478 h 110"/>
                  <a:gd name="T58" fmla="*/ 4282 w 124"/>
                  <a:gd name="T59" fmla="*/ 0 h 110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124" h="110">
                    <a:moveTo>
                      <a:pt x="77" y="0"/>
                    </a:moveTo>
                    <a:lnTo>
                      <a:pt x="124" y="108"/>
                    </a:lnTo>
                    <a:lnTo>
                      <a:pt x="120" y="107"/>
                    </a:lnTo>
                    <a:lnTo>
                      <a:pt x="107" y="105"/>
                    </a:lnTo>
                    <a:lnTo>
                      <a:pt x="89" y="101"/>
                    </a:lnTo>
                    <a:lnTo>
                      <a:pt x="68" y="99"/>
                    </a:lnTo>
                    <a:lnTo>
                      <a:pt x="45" y="97"/>
                    </a:lnTo>
                    <a:lnTo>
                      <a:pt x="25" y="98"/>
                    </a:lnTo>
                    <a:lnTo>
                      <a:pt x="9" y="102"/>
                    </a:lnTo>
                    <a:lnTo>
                      <a:pt x="0" y="110"/>
                    </a:lnTo>
                    <a:lnTo>
                      <a:pt x="4" y="98"/>
                    </a:lnTo>
                    <a:lnTo>
                      <a:pt x="8" y="89"/>
                    </a:lnTo>
                    <a:lnTo>
                      <a:pt x="16" y="82"/>
                    </a:lnTo>
                    <a:lnTo>
                      <a:pt x="25" y="76"/>
                    </a:lnTo>
                    <a:lnTo>
                      <a:pt x="36" y="72"/>
                    </a:lnTo>
                    <a:lnTo>
                      <a:pt x="47" y="71"/>
                    </a:lnTo>
                    <a:lnTo>
                      <a:pt x="59" y="71"/>
                    </a:lnTo>
                    <a:lnTo>
                      <a:pt x="72" y="74"/>
                    </a:lnTo>
                    <a:lnTo>
                      <a:pt x="73" y="71"/>
                    </a:lnTo>
                    <a:lnTo>
                      <a:pt x="70" y="56"/>
                    </a:lnTo>
                    <a:lnTo>
                      <a:pt x="67" y="38"/>
                    </a:lnTo>
                    <a:lnTo>
                      <a:pt x="65" y="30"/>
                    </a:lnTo>
                    <a:lnTo>
                      <a:pt x="63" y="30"/>
                    </a:lnTo>
                    <a:lnTo>
                      <a:pt x="61" y="29"/>
                    </a:lnTo>
                    <a:lnTo>
                      <a:pt x="59" y="26"/>
                    </a:lnTo>
                    <a:lnTo>
                      <a:pt x="57" y="23"/>
                    </a:lnTo>
                    <a:lnTo>
                      <a:pt x="57" y="19"/>
                    </a:lnTo>
                    <a:lnTo>
                      <a:pt x="59" y="14"/>
                    </a:lnTo>
                    <a:lnTo>
                      <a:pt x="66" y="8"/>
                    </a:lnTo>
                    <a:lnTo>
                      <a:pt x="7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42" name="Freeform 7"/>
              <p:cNvSpPr>
                <a:spLocks/>
              </p:cNvSpPr>
              <p:nvPr userDrawn="1"/>
            </p:nvSpPr>
            <p:spPr bwMode="ltGray">
              <a:xfrm rot="12185230" flipV="1">
                <a:off x="3978" y="976"/>
                <a:ext cx="245" cy="347"/>
              </a:xfrm>
              <a:custGeom>
                <a:avLst/>
                <a:gdLst>
                  <a:gd name="T0" fmla="*/ 0 w 109"/>
                  <a:gd name="T1" fmla="*/ 0 h 156"/>
                  <a:gd name="T2" fmla="*/ 283 w 109"/>
                  <a:gd name="T3" fmla="*/ 44 h 156"/>
                  <a:gd name="T4" fmla="*/ 1020 w 109"/>
                  <a:gd name="T5" fmla="*/ 262 h 156"/>
                  <a:gd name="T6" fmla="*/ 2122 w 109"/>
                  <a:gd name="T7" fmla="*/ 658 h 156"/>
                  <a:gd name="T8" fmla="*/ 3313 w 109"/>
                  <a:gd name="T9" fmla="*/ 1297 h 156"/>
                  <a:gd name="T10" fmla="*/ 4462 w 109"/>
                  <a:gd name="T11" fmla="*/ 2400 h 156"/>
                  <a:gd name="T12" fmla="*/ 5516 w 109"/>
                  <a:gd name="T13" fmla="*/ 3864 h 156"/>
                  <a:gd name="T14" fmla="*/ 6154 w 109"/>
                  <a:gd name="T15" fmla="*/ 5879 h 156"/>
                  <a:gd name="T16" fmla="*/ 6255 w 109"/>
                  <a:gd name="T17" fmla="*/ 8495 h 156"/>
                  <a:gd name="T18" fmla="*/ 6017 w 109"/>
                  <a:gd name="T19" fmla="*/ 8495 h 156"/>
                  <a:gd name="T20" fmla="*/ 5689 w 109"/>
                  <a:gd name="T21" fmla="*/ 8495 h 156"/>
                  <a:gd name="T22" fmla="*/ 5336 w 109"/>
                  <a:gd name="T23" fmla="*/ 8495 h 156"/>
                  <a:gd name="T24" fmla="*/ 5006 w 109"/>
                  <a:gd name="T25" fmla="*/ 8397 h 156"/>
                  <a:gd name="T26" fmla="*/ 4644 w 109"/>
                  <a:gd name="T27" fmla="*/ 8321 h 156"/>
                  <a:gd name="T28" fmla="*/ 4235 w 109"/>
                  <a:gd name="T29" fmla="*/ 8179 h 156"/>
                  <a:gd name="T30" fmla="*/ 3778 w 109"/>
                  <a:gd name="T31" fmla="*/ 7901 h 156"/>
                  <a:gd name="T32" fmla="*/ 3313 w 109"/>
                  <a:gd name="T33" fmla="*/ 7561 h 156"/>
                  <a:gd name="T34" fmla="*/ 3032 w 109"/>
                  <a:gd name="T35" fmla="*/ 6858 h 156"/>
                  <a:gd name="T36" fmla="*/ 3032 w 109"/>
                  <a:gd name="T37" fmla="*/ 6041 h 156"/>
                  <a:gd name="T38" fmla="*/ 3214 w 109"/>
                  <a:gd name="T39" fmla="*/ 5241 h 156"/>
                  <a:gd name="T40" fmla="*/ 3394 w 109"/>
                  <a:gd name="T41" fmla="*/ 4360 h 156"/>
                  <a:gd name="T42" fmla="*/ 3214 w 109"/>
                  <a:gd name="T43" fmla="*/ 3379 h 156"/>
                  <a:gd name="T44" fmla="*/ 2758 w 109"/>
                  <a:gd name="T45" fmla="*/ 2356 h 156"/>
                  <a:gd name="T46" fmla="*/ 1782 w 109"/>
                  <a:gd name="T47" fmla="*/ 1241 h 156"/>
                  <a:gd name="T48" fmla="*/ 0 w 109"/>
                  <a:gd name="T49" fmla="*/ 0 h 15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109" h="156">
                    <a:moveTo>
                      <a:pt x="0" y="0"/>
                    </a:moveTo>
                    <a:lnTo>
                      <a:pt x="5" y="1"/>
                    </a:lnTo>
                    <a:lnTo>
                      <a:pt x="18" y="5"/>
                    </a:lnTo>
                    <a:lnTo>
                      <a:pt x="37" y="12"/>
                    </a:lnTo>
                    <a:lnTo>
                      <a:pt x="58" y="24"/>
                    </a:lnTo>
                    <a:lnTo>
                      <a:pt x="78" y="44"/>
                    </a:lnTo>
                    <a:lnTo>
                      <a:pt x="96" y="71"/>
                    </a:lnTo>
                    <a:lnTo>
                      <a:pt x="107" y="108"/>
                    </a:lnTo>
                    <a:lnTo>
                      <a:pt x="109" y="156"/>
                    </a:lnTo>
                    <a:lnTo>
                      <a:pt x="105" y="156"/>
                    </a:lnTo>
                    <a:lnTo>
                      <a:pt x="99" y="156"/>
                    </a:lnTo>
                    <a:lnTo>
                      <a:pt x="93" y="156"/>
                    </a:lnTo>
                    <a:lnTo>
                      <a:pt x="87" y="154"/>
                    </a:lnTo>
                    <a:lnTo>
                      <a:pt x="81" y="153"/>
                    </a:lnTo>
                    <a:lnTo>
                      <a:pt x="74" y="150"/>
                    </a:lnTo>
                    <a:lnTo>
                      <a:pt x="66" y="145"/>
                    </a:lnTo>
                    <a:lnTo>
                      <a:pt x="58" y="139"/>
                    </a:lnTo>
                    <a:lnTo>
                      <a:pt x="53" y="126"/>
                    </a:lnTo>
                    <a:lnTo>
                      <a:pt x="53" y="111"/>
                    </a:lnTo>
                    <a:lnTo>
                      <a:pt x="56" y="96"/>
                    </a:lnTo>
                    <a:lnTo>
                      <a:pt x="59" y="80"/>
                    </a:lnTo>
                    <a:lnTo>
                      <a:pt x="56" y="62"/>
                    </a:lnTo>
                    <a:lnTo>
                      <a:pt x="48" y="43"/>
                    </a:lnTo>
                    <a:lnTo>
                      <a:pt x="31" y="2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43" name="Freeform 8"/>
              <p:cNvSpPr>
                <a:spLocks/>
              </p:cNvSpPr>
              <p:nvPr userDrawn="1"/>
            </p:nvSpPr>
            <p:spPr bwMode="ltGray">
              <a:xfrm rot="12185230" flipV="1">
                <a:off x="3844" y="2207"/>
                <a:ext cx="103" cy="209"/>
              </a:xfrm>
              <a:custGeom>
                <a:avLst/>
                <a:gdLst>
                  <a:gd name="T0" fmla="*/ 1740 w 46"/>
                  <a:gd name="T1" fmla="*/ 0 h 94"/>
                  <a:gd name="T2" fmla="*/ 1133 w 46"/>
                  <a:gd name="T3" fmla="*/ 2057 h 94"/>
                  <a:gd name="T4" fmla="*/ 853 w 46"/>
                  <a:gd name="T5" fmla="*/ 3377 h 94"/>
                  <a:gd name="T6" fmla="*/ 627 w 46"/>
                  <a:gd name="T7" fmla="*/ 4296 h 94"/>
                  <a:gd name="T8" fmla="*/ 0 w 46"/>
                  <a:gd name="T9" fmla="*/ 5112 h 94"/>
                  <a:gd name="T10" fmla="*/ 672 w 46"/>
                  <a:gd name="T11" fmla="*/ 4789 h 94"/>
                  <a:gd name="T12" fmla="*/ 1303 w 46"/>
                  <a:gd name="T13" fmla="*/ 4351 h 94"/>
                  <a:gd name="T14" fmla="*/ 1809 w 46"/>
                  <a:gd name="T15" fmla="*/ 3738 h 94"/>
                  <a:gd name="T16" fmla="*/ 2266 w 46"/>
                  <a:gd name="T17" fmla="*/ 3099 h 94"/>
                  <a:gd name="T18" fmla="*/ 2537 w 46"/>
                  <a:gd name="T19" fmla="*/ 2397 h 94"/>
                  <a:gd name="T20" fmla="*/ 2593 w 46"/>
                  <a:gd name="T21" fmla="*/ 1636 h 94"/>
                  <a:gd name="T22" fmla="*/ 2356 w 46"/>
                  <a:gd name="T23" fmla="*/ 800 h 94"/>
                  <a:gd name="T24" fmla="*/ 1740 w 46"/>
                  <a:gd name="T25" fmla="*/ 0 h 9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46" h="94">
                    <a:moveTo>
                      <a:pt x="31" y="0"/>
                    </a:moveTo>
                    <a:lnTo>
                      <a:pt x="20" y="38"/>
                    </a:lnTo>
                    <a:lnTo>
                      <a:pt x="15" y="62"/>
                    </a:lnTo>
                    <a:lnTo>
                      <a:pt x="11" y="79"/>
                    </a:lnTo>
                    <a:lnTo>
                      <a:pt x="0" y="94"/>
                    </a:lnTo>
                    <a:lnTo>
                      <a:pt x="12" y="88"/>
                    </a:lnTo>
                    <a:lnTo>
                      <a:pt x="23" y="80"/>
                    </a:lnTo>
                    <a:lnTo>
                      <a:pt x="32" y="69"/>
                    </a:lnTo>
                    <a:lnTo>
                      <a:pt x="40" y="57"/>
                    </a:lnTo>
                    <a:lnTo>
                      <a:pt x="45" y="44"/>
                    </a:lnTo>
                    <a:lnTo>
                      <a:pt x="46" y="30"/>
                    </a:lnTo>
                    <a:lnTo>
                      <a:pt x="42" y="15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44" name="Freeform 9"/>
              <p:cNvSpPr>
                <a:spLocks/>
              </p:cNvSpPr>
              <p:nvPr userDrawn="1"/>
            </p:nvSpPr>
            <p:spPr bwMode="ltGray">
              <a:xfrm rot="12185230" flipV="1">
                <a:off x="3894" y="1325"/>
                <a:ext cx="120" cy="90"/>
              </a:xfrm>
              <a:custGeom>
                <a:avLst/>
                <a:gdLst>
                  <a:gd name="T0" fmla="*/ 0 w 54"/>
                  <a:gd name="T1" fmla="*/ 0 h 40"/>
                  <a:gd name="T2" fmla="*/ 44 w 54"/>
                  <a:gd name="T3" fmla="*/ 56 h 40"/>
                  <a:gd name="T4" fmla="*/ 316 w 54"/>
                  <a:gd name="T5" fmla="*/ 182 h 40"/>
                  <a:gd name="T6" fmla="*/ 702 w 54"/>
                  <a:gd name="T7" fmla="*/ 466 h 40"/>
                  <a:gd name="T8" fmla="*/ 1140 w 54"/>
                  <a:gd name="T9" fmla="*/ 693 h 40"/>
                  <a:gd name="T10" fmla="*/ 1560 w 54"/>
                  <a:gd name="T11" fmla="*/ 875 h 40"/>
                  <a:gd name="T12" fmla="*/ 2053 w 54"/>
                  <a:gd name="T13" fmla="*/ 983 h 40"/>
                  <a:gd name="T14" fmla="*/ 2489 w 54"/>
                  <a:gd name="T15" fmla="*/ 1049 h 40"/>
                  <a:gd name="T16" fmla="*/ 2929 w 54"/>
                  <a:gd name="T17" fmla="*/ 923 h 40"/>
                  <a:gd name="T18" fmla="*/ 2873 w 54"/>
                  <a:gd name="T19" fmla="*/ 1438 h 40"/>
                  <a:gd name="T20" fmla="*/ 2711 w 54"/>
                  <a:gd name="T21" fmla="*/ 1904 h 40"/>
                  <a:gd name="T22" fmla="*/ 2391 w 54"/>
                  <a:gd name="T23" fmla="*/ 2212 h 40"/>
                  <a:gd name="T24" fmla="*/ 1996 w 54"/>
                  <a:gd name="T25" fmla="*/ 2313 h 40"/>
                  <a:gd name="T26" fmla="*/ 1516 w 54"/>
                  <a:gd name="T27" fmla="*/ 2259 h 40"/>
                  <a:gd name="T28" fmla="*/ 1022 w 54"/>
                  <a:gd name="T29" fmla="*/ 1847 h 40"/>
                  <a:gd name="T30" fmla="*/ 538 w 54"/>
                  <a:gd name="T31" fmla="*/ 1150 h 40"/>
                  <a:gd name="T32" fmla="*/ 0 w 54"/>
                  <a:gd name="T33" fmla="*/ 0 h 4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54" h="40">
                    <a:moveTo>
                      <a:pt x="0" y="0"/>
                    </a:moveTo>
                    <a:lnTo>
                      <a:pt x="1" y="1"/>
                    </a:lnTo>
                    <a:lnTo>
                      <a:pt x="6" y="3"/>
                    </a:lnTo>
                    <a:lnTo>
                      <a:pt x="13" y="8"/>
                    </a:lnTo>
                    <a:lnTo>
                      <a:pt x="21" y="12"/>
                    </a:lnTo>
                    <a:lnTo>
                      <a:pt x="29" y="15"/>
                    </a:lnTo>
                    <a:lnTo>
                      <a:pt x="38" y="17"/>
                    </a:lnTo>
                    <a:lnTo>
                      <a:pt x="46" y="18"/>
                    </a:lnTo>
                    <a:lnTo>
                      <a:pt x="54" y="16"/>
                    </a:lnTo>
                    <a:lnTo>
                      <a:pt x="53" y="25"/>
                    </a:lnTo>
                    <a:lnTo>
                      <a:pt x="50" y="33"/>
                    </a:lnTo>
                    <a:lnTo>
                      <a:pt x="44" y="38"/>
                    </a:lnTo>
                    <a:lnTo>
                      <a:pt x="37" y="40"/>
                    </a:lnTo>
                    <a:lnTo>
                      <a:pt x="28" y="39"/>
                    </a:lnTo>
                    <a:lnTo>
                      <a:pt x="19" y="32"/>
                    </a:lnTo>
                    <a:lnTo>
                      <a:pt x="10" y="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45" name="Freeform 10"/>
              <p:cNvSpPr>
                <a:spLocks/>
              </p:cNvSpPr>
              <p:nvPr userDrawn="1"/>
            </p:nvSpPr>
            <p:spPr bwMode="ltGray">
              <a:xfrm rot="12185230" flipV="1">
                <a:off x="3010" y="2344"/>
                <a:ext cx="330" cy="2059"/>
              </a:xfrm>
              <a:custGeom>
                <a:avLst/>
                <a:gdLst>
                  <a:gd name="T0" fmla="*/ 0 w 149"/>
                  <a:gd name="T1" fmla="*/ 0 h 704"/>
                  <a:gd name="T2" fmla="*/ 314 w 149"/>
                  <a:gd name="T3" fmla="*/ 1325 h 704"/>
                  <a:gd name="T4" fmla="*/ 848 w 149"/>
                  <a:gd name="T5" fmla="*/ 3004 h 704"/>
                  <a:gd name="T6" fmla="*/ 1486 w 149"/>
                  <a:gd name="T7" fmla="*/ 5133 h 704"/>
                  <a:gd name="T8" fmla="*/ 2193 w 149"/>
                  <a:gd name="T9" fmla="*/ 7903 h 704"/>
                  <a:gd name="T10" fmla="*/ 3076 w 149"/>
                  <a:gd name="T11" fmla="*/ 11333 h 704"/>
                  <a:gd name="T12" fmla="*/ 3900 w 149"/>
                  <a:gd name="T13" fmla="*/ 15013 h 704"/>
                  <a:gd name="T14" fmla="*/ 4695 w 149"/>
                  <a:gd name="T15" fmla="*/ 19239 h 704"/>
                  <a:gd name="T16" fmla="*/ 5313 w 149"/>
                  <a:gd name="T17" fmla="*/ 24141 h 704"/>
                  <a:gd name="T18" fmla="*/ 5964 w 149"/>
                  <a:gd name="T19" fmla="*/ 29350 h 704"/>
                  <a:gd name="T20" fmla="*/ 6396 w 149"/>
                  <a:gd name="T21" fmla="*/ 35354 h 704"/>
                  <a:gd name="T22" fmla="*/ 6618 w 149"/>
                  <a:gd name="T23" fmla="*/ 41932 h 704"/>
                  <a:gd name="T24" fmla="*/ 6715 w 149"/>
                  <a:gd name="T25" fmla="*/ 48808 h 704"/>
                  <a:gd name="T26" fmla="*/ 6396 w 149"/>
                  <a:gd name="T27" fmla="*/ 56491 h 704"/>
                  <a:gd name="T28" fmla="*/ 5803 w 149"/>
                  <a:gd name="T29" fmla="*/ 64625 h 704"/>
                  <a:gd name="T30" fmla="*/ 4910 w 149"/>
                  <a:gd name="T31" fmla="*/ 73179 h 704"/>
                  <a:gd name="T32" fmla="*/ 3561 w 149"/>
                  <a:gd name="T33" fmla="*/ 82606 h 704"/>
                  <a:gd name="T34" fmla="*/ 2064 w 149"/>
                  <a:gd name="T35" fmla="*/ 93290 h 704"/>
                  <a:gd name="T36" fmla="*/ 1127 w 149"/>
                  <a:gd name="T37" fmla="*/ 103178 h 704"/>
                  <a:gd name="T38" fmla="*/ 534 w 149"/>
                  <a:gd name="T39" fmla="*/ 112306 h 704"/>
                  <a:gd name="T40" fmla="*/ 314 w 149"/>
                  <a:gd name="T41" fmla="*/ 121089 h 704"/>
                  <a:gd name="T42" fmla="*/ 314 w 149"/>
                  <a:gd name="T43" fmla="*/ 129439 h 704"/>
                  <a:gd name="T44" fmla="*/ 436 w 149"/>
                  <a:gd name="T45" fmla="*/ 137198 h 704"/>
                  <a:gd name="T46" fmla="*/ 653 w 149"/>
                  <a:gd name="T47" fmla="*/ 144007 h 704"/>
                  <a:gd name="T48" fmla="*/ 751 w 149"/>
                  <a:gd name="T49" fmla="*/ 150661 h 704"/>
                  <a:gd name="T50" fmla="*/ 2193 w 149"/>
                  <a:gd name="T51" fmla="*/ 147230 h 704"/>
                  <a:gd name="T52" fmla="*/ 2064 w 149"/>
                  <a:gd name="T53" fmla="*/ 145528 h 704"/>
                  <a:gd name="T54" fmla="*/ 1922 w 149"/>
                  <a:gd name="T55" fmla="*/ 140626 h 704"/>
                  <a:gd name="T56" fmla="*/ 1761 w 149"/>
                  <a:gd name="T57" fmla="*/ 133092 h 704"/>
                  <a:gd name="T58" fmla="*/ 1878 w 149"/>
                  <a:gd name="T59" fmla="*/ 123066 h 704"/>
                  <a:gd name="T60" fmla="*/ 2193 w 149"/>
                  <a:gd name="T61" fmla="*/ 111081 h 704"/>
                  <a:gd name="T62" fmla="*/ 3076 w 149"/>
                  <a:gd name="T63" fmla="*/ 97396 h 704"/>
                  <a:gd name="T64" fmla="*/ 4571 w 149"/>
                  <a:gd name="T65" fmla="*/ 82606 h 704"/>
                  <a:gd name="T66" fmla="*/ 6877 w 149"/>
                  <a:gd name="T67" fmla="*/ 66953 h 704"/>
                  <a:gd name="T68" fmla="*/ 7628 w 149"/>
                  <a:gd name="T69" fmla="*/ 59714 h 704"/>
                  <a:gd name="T70" fmla="*/ 7942 w 149"/>
                  <a:gd name="T71" fmla="*/ 50264 h 704"/>
                  <a:gd name="T72" fmla="*/ 7681 w 149"/>
                  <a:gd name="T73" fmla="*/ 39358 h 704"/>
                  <a:gd name="T74" fmla="*/ 6974 w 149"/>
                  <a:gd name="T75" fmla="*/ 28674 h 704"/>
                  <a:gd name="T76" fmla="*/ 5803 w 149"/>
                  <a:gd name="T77" fmla="*/ 18212 h 704"/>
                  <a:gd name="T78" fmla="*/ 4301 w 149"/>
                  <a:gd name="T79" fmla="*/ 9435 h 704"/>
                  <a:gd name="T80" fmla="*/ 2334 w 149"/>
                  <a:gd name="T81" fmla="*/ 3004 h 704"/>
                  <a:gd name="T82" fmla="*/ 0 w 149"/>
                  <a:gd name="T83" fmla="*/ 0 h 704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149" h="704">
                    <a:moveTo>
                      <a:pt x="0" y="0"/>
                    </a:moveTo>
                    <a:lnTo>
                      <a:pt x="6" y="6"/>
                    </a:lnTo>
                    <a:lnTo>
                      <a:pt x="16" y="14"/>
                    </a:lnTo>
                    <a:lnTo>
                      <a:pt x="28" y="24"/>
                    </a:lnTo>
                    <a:lnTo>
                      <a:pt x="41" y="37"/>
                    </a:lnTo>
                    <a:lnTo>
                      <a:pt x="58" y="53"/>
                    </a:lnTo>
                    <a:lnTo>
                      <a:pt x="73" y="70"/>
                    </a:lnTo>
                    <a:lnTo>
                      <a:pt x="88" y="90"/>
                    </a:lnTo>
                    <a:lnTo>
                      <a:pt x="100" y="113"/>
                    </a:lnTo>
                    <a:lnTo>
                      <a:pt x="112" y="137"/>
                    </a:lnTo>
                    <a:lnTo>
                      <a:pt x="120" y="165"/>
                    </a:lnTo>
                    <a:lnTo>
                      <a:pt x="124" y="196"/>
                    </a:lnTo>
                    <a:lnTo>
                      <a:pt x="126" y="228"/>
                    </a:lnTo>
                    <a:lnTo>
                      <a:pt x="120" y="264"/>
                    </a:lnTo>
                    <a:lnTo>
                      <a:pt x="109" y="302"/>
                    </a:lnTo>
                    <a:lnTo>
                      <a:pt x="92" y="342"/>
                    </a:lnTo>
                    <a:lnTo>
                      <a:pt x="67" y="386"/>
                    </a:lnTo>
                    <a:lnTo>
                      <a:pt x="39" y="436"/>
                    </a:lnTo>
                    <a:lnTo>
                      <a:pt x="21" y="482"/>
                    </a:lnTo>
                    <a:lnTo>
                      <a:pt x="10" y="525"/>
                    </a:lnTo>
                    <a:lnTo>
                      <a:pt x="6" y="566"/>
                    </a:lnTo>
                    <a:lnTo>
                      <a:pt x="6" y="605"/>
                    </a:lnTo>
                    <a:lnTo>
                      <a:pt x="8" y="641"/>
                    </a:lnTo>
                    <a:lnTo>
                      <a:pt x="12" y="673"/>
                    </a:lnTo>
                    <a:lnTo>
                      <a:pt x="14" y="704"/>
                    </a:lnTo>
                    <a:lnTo>
                      <a:pt x="41" y="688"/>
                    </a:lnTo>
                    <a:lnTo>
                      <a:pt x="39" y="680"/>
                    </a:lnTo>
                    <a:lnTo>
                      <a:pt x="36" y="657"/>
                    </a:lnTo>
                    <a:lnTo>
                      <a:pt x="33" y="622"/>
                    </a:lnTo>
                    <a:lnTo>
                      <a:pt x="35" y="575"/>
                    </a:lnTo>
                    <a:lnTo>
                      <a:pt x="41" y="519"/>
                    </a:lnTo>
                    <a:lnTo>
                      <a:pt x="58" y="455"/>
                    </a:lnTo>
                    <a:lnTo>
                      <a:pt x="86" y="386"/>
                    </a:lnTo>
                    <a:lnTo>
                      <a:pt x="129" y="313"/>
                    </a:lnTo>
                    <a:lnTo>
                      <a:pt x="143" y="279"/>
                    </a:lnTo>
                    <a:lnTo>
                      <a:pt x="149" y="235"/>
                    </a:lnTo>
                    <a:lnTo>
                      <a:pt x="144" y="184"/>
                    </a:lnTo>
                    <a:lnTo>
                      <a:pt x="131" y="134"/>
                    </a:lnTo>
                    <a:lnTo>
                      <a:pt x="109" y="85"/>
                    </a:lnTo>
                    <a:lnTo>
                      <a:pt x="81" y="44"/>
                    </a:lnTo>
                    <a:lnTo>
                      <a:pt x="44" y="1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6" name="Freeform 11"/>
            <p:cNvSpPr>
              <a:spLocks/>
            </p:cNvSpPr>
            <p:nvPr userDrawn="1"/>
          </p:nvSpPr>
          <p:spPr bwMode="ltGray">
            <a:xfrm rot="373331" flipH="1">
              <a:off x="22" y="1957"/>
              <a:ext cx="323" cy="649"/>
            </a:xfrm>
            <a:custGeom>
              <a:avLst/>
              <a:gdLst>
                <a:gd name="T0" fmla="*/ 9609 w 128"/>
                <a:gd name="T1" fmla="*/ 0 h 217"/>
                <a:gd name="T2" fmla="*/ 10750 w 128"/>
                <a:gd name="T3" fmla="*/ 2165 h 217"/>
                <a:gd name="T4" fmla="*/ 11762 w 128"/>
                <a:gd name="T5" fmla="*/ 6475 h 217"/>
                <a:gd name="T6" fmla="*/ 12564 w 128"/>
                <a:gd name="T7" fmla="*/ 12014 h 217"/>
                <a:gd name="T8" fmla="*/ 13099 w 128"/>
                <a:gd name="T9" fmla="*/ 18651 h 217"/>
                <a:gd name="T10" fmla="*/ 12983 w 128"/>
                <a:gd name="T11" fmla="*/ 26567 h 217"/>
                <a:gd name="T12" fmla="*/ 11875 w 128"/>
                <a:gd name="T13" fmla="*/ 34723 h 217"/>
                <a:gd name="T14" fmla="*/ 9609 w 128"/>
                <a:gd name="T15" fmla="*/ 43283 h 217"/>
                <a:gd name="T16" fmla="*/ 6119 w 128"/>
                <a:gd name="T17" fmla="*/ 51923 h 217"/>
                <a:gd name="T18" fmla="*/ 5032 w 128"/>
                <a:gd name="T19" fmla="*/ 50957 h 217"/>
                <a:gd name="T20" fmla="*/ 3891 w 128"/>
                <a:gd name="T21" fmla="*/ 50242 h 217"/>
                <a:gd name="T22" fmla="*/ 2680 w 128"/>
                <a:gd name="T23" fmla="*/ 49034 h 217"/>
                <a:gd name="T24" fmla="*/ 1623 w 128"/>
                <a:gd name="T25" fmla="*/ 48068 h 217"/>
                <a:gd name="T26" fmla="*/ 802 w 128"/>
                <a:gd name="T27" fmla="*/ 46898 h 217"/>
                <a:gd name="T28" fmla="*/ 209 w 128"/>
                <a:gd name="T29" fmla="*/ 45448 h 217"/>
                <a:gd name="T30" fmla="*/ 0 w 128"/>
                <a:gd name="T31" fmla="*/ 43767 h 217"/>
                <a:gd name="T32" fmla="*/ 126 w 128"/>
                <a:gd name="T33" fmla="*/ 42559 h 217"/>
                <a:gd name="T34" fmla="*/ 1330 w 128"/>
                <a:gd name="T35" fmla="*/ 40878 h 217"/>
                <a:gd name="T36" fmla="*/ 2955 w 128"/>
                <a:gd name="T37" fmla="*/ 38578 h 217"/>
                <a:gd name="T38" fmla="*/ 4706 w 128"/>
                <a:gd name="T39" fmla="*/ 35931 h 217"/>
                <a:gd name="T40" fmla="*/ 6445 w 128"/>
                <a:gd name="T41" fmla="*/ 32076 h 217"/>
                <a:gd name="T42" fmla="*/ 8067 w 128"/>
                <a:gd name="T43" fmla="*/ 26806 h 217"/>
                <a:gd name="T44" fmla="*/ 9322 w 128"/>
                <a:gd name="T45" fmla="*/ 19850 h 217"/>
                <a:gd name="T46" fmla="*/ 9927 w 128"/>
                <a:gd name="T47" fmla="*/ 11048 h 217"/>
                <a:gd name="T48" fmla="*/ 9609 w 128"/>
                <a:gd name="T49" fmla="*/ 0 h 21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28" h="217">
                  <a:moveTo>
                    <a:pt x="94" y="0"/>
                  </a:moveTo>
                  <a:lnTo>
                    <a:pt x="105" y="9"/>
                  </a:lnTo>
                  <a:lnTo>
                    <a:pt x="115" y="27"/>
                  </a:lnTo>
                  <a:lnTo>
                    <a:pt x="123" y="50"/>
                  </a:lnTo>
                  <a:lnTo>
                    <a:pt x="128" y="78"/>
                  </a:lnTo>
                  <a:lnTo>
                    <a:pt x="127" y="111"/>
                  </a:lnTo>
                  <a:lnTo>
                    <a:pt x="116" y="145"/>
                  </a:lnTo>
                  <a:lnTo>
                    <a:pt x="94" y="181"/>
                  </a:lnTo>
                  <a:lnTo>
                    <a:pt x="60" y="217"/>
                  </a:lnTo>
                  <a:lnTo>
                    <a:pt x="49" y="213"/>
                  </a:lnTo>
                  <a:lnTo>
                    <a:pt x="38" y="210"/>
                  </a:lnTo>
                  <a:lnTo>
                    <a:pt x="26" y="205"/>
                  </a:lnTo>
                  <a:lnTo>
                    <a:pt x="16" y="201"/>
                  </a:lnTo>
                  <a:lnTo>
                    <a:pt x="8" y="196"/>
                  </a:lnTo>
                  <a:lnTo>
                    <a:pt x="2" y="190"/>
                  </a:lnTo>
                  <a:lnTo>
                    <a:pt x="0" y="183"/>
                  </a:lnTo>
                  <a:lnTo>
                    <a:pt x="1" y="178"/>
                  </a:lnTo>
                  <a:lnTo>
                    <a:pt x="13" y="171"/>
                  </a:lnTo>
                  <a:lnTo>
                    <a:pt x="29" y="161"/>
                  </a:lnTo>
                  <a:lnTo>
                    <a:pt x="46" y="150"/>
                  </a:lnTo>
                  <a:lnTo>
                    <a:pt x="63" y="134"/>
                  </a:lnTo>
                  <a:lnTo>
                    <a:pt x="79" y="112"/>
                  </a:lnTo>
                  <a:lnTo>
                    <a:pt x="91" y="83"/>
                  </a:lnTo>
                  <a:lnTo>
                    <a:pt x="97" y="46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" name="Freeform 12"/>
            <p:cNvSpPr>
              <a:spLocks/>
            </p:cNvSpPr>
            <p:nvPr userDrawn="1"/>
          </p:nvSpPr>
          <p:spPr bwMode="ltGray">
            <a:xfrm>
              <a:off x="168" y="1260"/>
              <a:ext cx="1259" cy="1532"/>
            </a:xfrm>
            <a:custGeom>
              <a:avLst/>
              <a:gdLst>
                <a:gd name="T0" fmla="*/ 891 w 1259"/>
                <a:gd name="T1" fmla="*/ 1532 h 1532"/>
                <a:gd name="T2" fmla="*/ 954 w 1259"/>
                <a:gd name="T3" fmla="*/ 1452 h 1532"/>
                <a:gd name="T4" fmla="*/ 1032 w 1259"/>
                <a:gd name="T5" fmla="*/ 1338 h 1532"/>
                <a:gd name="T6" fmla="*/ 1115 w 1259"/>
                <a:gd name="T7" fmla="*/ 1188 h 1532"/>
                <a:gd name="T8" fmla="*/ 1194 w 1259"/>
                <a:gd name="T9" fmla="*/ 1023 h 1532"/>
                <a:gd name="T10" fmla="*/ 1244 w 1259"/>
                <a:gd name="T11" fmla="*/ 841 h 1532"/>
                <a:gd name="T12" fmla="*/ 1259 w 1259"/>
                <a:gd name="T13" fmla="*/ 647 h 1532"/>
                <a:gd name="T14" fmla="*/ 1230 w 1259"/>
                <a:gd name="T15" fmla="*/ 463 h 1532"/>
                <a:gd name="T16" fmla="*/ 1140 w 1259"/>
                <a:gd name="T17" fmla="*/ 294 h 1532"/>
                <a:gd name="T18" fmla="*/ 1043 w 1259"/>
                <a:gd name="T19" fmla="*/ 190 h 1532"/>
                <a:gd name="T20" fmla="*/ 961 w 1259"/>
                <a:gd name="T21" fmla="*/ 109 h 1532"/>
                <a:gd name="T22" fmla="*/ 894 w 1259"/>
                <a:gd name="T23" fmla="*/ 65 h 1532"/>
                <a:gd name="T24" fmla="*/ 786 w 1259"/>
                <a:gd name="T25" fmla="*/ 18 h 1532"/>
                <a:gd name="T26" fmla="*/ 642 w 1259"/>
                <a:gd name="T27" fmla="*/ 0 h 1532"/>
                <a:gd name="T28" fmla="*/ 440 w 1259"/>
                <a:gd name="T29" fmla="*/ 23 h 1532"/>
                <a:gd name="T30" fmla="*/ 366 w 1259"/>
                <a:gd name="T31" fmla="*/ 44 h 1532"/>
                <a:gd name="T32" fmla="*/ 292 w 1259"/>
                <a:gd name="T33" fmla="*/ 58 h 1532"/>
                <a:gd name="T34" fmla="*/ 229 w 1259"/>
                <a:gd name="T35" fmla="*/ 79 h 1532"/>
                <a:gd name="T36" fmla="*/ 178 w 1259"/>
                <a:gd name="T37" fmla="*/ 103 h 1532"/>
                <a:gd name="T38" fmla="*/ 127 w 1259"/>
                <a:gd name="T39" fmla="*/ 127 h 1532"/>
                <a:gd name="T40" fmla="*/ 82 w 1259"/>
                <a:gd name="T41" fmla="*/ 158 h 1532"/>
                <a:gd name="T42" fmla="*/ 41 w 1259"/>
                <a:gd name="T43" fmla="*/ 197 h 1532"/>
                <a:gd name="T44" fmla="*/ 0 w 1259"/>
                <a:gd name="T45" fmla="*/ 243 h 1532"/>
                <a:gd name="T46" fmla="*/ 76 w 1259"/>
                <a:gd name="T47" fmla="*/ 215 h 1532"/>
                <a:gd name="T48" fmla="*/ 144 w 1259"/>
                <a:gd name="T49" fmla="*/ 194 h 1532"/>
                <a:gd name="T50" fmla="*/ 212 w 1259"/>
                <a:gd name="T51" fmla="*/ 179 h 1532"/>
                <a:gd name="T52" fmla="*/ 280 w 1259"/>
                <a:gd name="T53" fmla="*/ 164 h 1532"/>
                <a:gd name="T54" fmla="*/ 336 w 1259"/>
                <a:gd name="T55" fmla="*/ 149 h 1532"/>
                <a:gd name="T56" fmla="*/ 397 w 1259"/>
                <a:gd name="T57" fmla="*/ 149 h 1532"/>
                <a:gd name="T58" fmla="*/ 458 w 1259"/>
                <a:gd name="T59" fmla="*/ 141 h 1532"/>
                <a:gd name="T60" fmla="*/ 511 w 1259"/>
                <a:gd name="T61" fmla="*/ 146 h 1532"/>
                <a:gd name="T62" fmla="*/ 565 w 1259"/>
                <a:gd name="T63" fmla="*/ 152 h 1532"/>
                <a:gd name="T64" fmla="*/ 618 w 1259"/>
                <a:gd name="T65" fmla="*/ 166 h 1532"/>
                <a:gd name="T66" fmla="*/ 669 w 1259"/>
                <a:gd name="T67" fmla="*/ 186 h 1532"/>
                <a:gd name="T68" fmla="*/ 715 w 1259"/>
                <a:gd name="T69" fmla="*/ 205 h 1532"/>
                <a:gd name="T70" fmla="*/ 760 w 1259"/>
                <a:gd name="T71" fmla="*/ 239 h 1532"/>
                <a:gd name="T72" fmla="*/ 811 w 1259"/>
                <a:gd name="T73" fmla="*/ 267 h 1532"/>
                <a:gd name="T74" fmla="*/ 855 w 1259"/>
                <a:gd name="T75" fmla="*/ 307 h 1532"/>
                <a:gd name="T76" fmla="*/ 899 w 1259"/>
                <a:gd name="T77" fmla="*/ 348 h 1532"/>
                <a:gd name="T78" fmla="*/ 971 w 1259"/>
                <a:gd name="T79" fmla="*/ 464 h 1532"/>
                <a:gd name="T80" fmla="*/ 1016 w 1259"/>
                <a:gd name="T81" fmla="*/ 606 h 1532"/>
                <a:gd name="T82" fmla="*/ 1027 w 1259"/>
                <a:gd name="T83" fmla="*/ 774 h 1532"/>
                <a:gd name="T84" fmla="*/ 1022 w 1259"/>
                <a:gd name="T85" fmla="*/ 939 h 1532"/>
                <a:gd name="T86" fmla="*/ 1002 w 1259"/>
                <a:gd name="T87" fmla="*/ 1117 h 1532"/>
                <a:gd name="T88" fmla="*/ 966 w 1259"/>
                <a:gd name="T89" fmla="*/ 1279 h 1532"/>
                <a:gd name="T90" fmla="*/ 933 w 1259"/>
                <a:gd name="T91" fmla="*/ 1421 h 1532"/>
                <a:gd name="T92" fmla="*/ 891 w 1259"/>
                <a:gd name="T93" fmla="*/ 1532 h 1532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1259" h="1532">
                  <a:moveTo>
                    <a:pt x="891" y="1532"/>
                  </a:moveTo>
                  <a:lnTo>
                    <a:pt x="954" y="1452"/>
                  </a:lnTo>
                  <a:lnTo>
                    <a:pt x="1032" y="1338"/>
                  </a:lnTo>
                  <a:lnTo>
                    <a:pt x="1115" y="1188"/>
                  </a:lnTo>
                  <a:lnTo>
                    <a:pt x="1194" y="1023"/>
                  </a:lnTo>
                  <a:lnTo>
                    <a:pt x="1244" y="841"/>
                  </a:lnTo>
                  <a:lnTo>
                    <a:pt x="1259" y="647"/>
                  </a:lnTo>
                  <a:lnTo>
                    <a:pt x="1230" y="463"/>
                  </a:lnTo>
                  <a:lnTo>
                    <a:pt x="1140" y="294"/>
                  </a:lnTo>
                  <a:lnTo>
                    <a:pt x="1043" y="190"/>
                  </a:lnTo>
                  <a:lnTo>
                    <a:pt x="961" y="109"/>
                  </a:lnTo>
                  <a:lnTo>
                    <a:pt x="894" y="65"/>
                  </a:lnTo>
                  <a:lnTo>
                    <a:pt x="786" y="18"/>
                  </a:lnTo>
                  <a:lnTo>
                    <a:pt x="642" y="0"/>
                  </a:lnTo>
                  <a:lnTo>
                    <a:pt x="440" y="23"/>
                  </a:lnTo>
                  <a:lnTo>
                    <a:pt x="366" y="44"/>
                  </a:lnTo>
                  <a:lnTo>
                    <a:pt x="292" y="58"/>
                  </a:lnTo>
                  <a:lnTo>
                    <a:pt x="229" y="79"/>
                  </a:lnTo>
                  <a:lnTo>
                    <a:pt x="178" y="103"/>
                  </a:lnTo>
                  <a:lnTo>
                    <a:pt x="127" y="127"/>
                  </a:lnTo>
                  <a:lnTo>
                    <a:pt x="82" y="158"/>
                  </a:lnTo>
                  <a:lnTo>
                    <a:pt x="41" y="197"/>
                  </a:lnTo>
                  <a:lnTo>
                    <a:pt x="0" y="243"/>
                  </a:lnTo>
                  <a:lnTo>
                    <a:pt x="76" y="215"/>
                  </a:lnTo>
                  <a:lnTo>
                    <a:pt x="144" y="194"/>
                  </a:lnTo>
                  <a:lnTo>
                    <a:pt x="212" y="179"/>
                  </a:lnTo>
                  <a:lnTo>
                    <a:pt x="280" y="164"/>
                  </a:lnTo>
                  <a:lnTo>
                    <a:pt x="336" y="149"/>
                  </a:lnTo>
                  <a:lnTo>
                    <a:pt x="397" y="149"/>
                  </a:lnTo>
                  <a:lnTo>
                    <a:pt x="458" y="141"/>
                  </a:lnTo>
                  <a:lnTo>
                    <a:pt x="511" y="146"/>
                  </a:lnTo>
                  <a:lnTo>
                    <a:pt x="565" y="152"/>
                  </a:lnTo>
                  <a:lnTo>
                    <a:pt x="618" y="166"/>
                  </a:lnTo>
                  <a:lnTo>
                    <a:pt x="669" y="186"/>
                  </a:lnTo>
                  <a:lnTo>
                    <a:pt x="715" y="205"/>
                  </a:lnTo>
                  <a:lnTo>
                    <a:pt x="760" y="239"/>
                  </a:lnTo>
                  <a:lnTo>
                    <a:pt x="811" y="267"/>
                  </a:lnTo>
                  <a:lnTo>
                    <a:pt x="855" y="307"/>
                  </a:lnTo>
                  <a:lnTo>
                    <a:pt x="899" y="348"/>
                  </a:lnTo>
                  <a:lnTo>
                    <a:pt x="971" y="464"/>
                  </a:lnTo>
                  <a:lnTo>
                    <a:pt x="1016" y="606"/>
                  </a:lnTo>
                  <a:lnTo>
                    <a:pt x="1027" y="774"/>
                  </a:lnTo>
                  <a:lnTo>
                    <a:pt x="1022" y="939"/>
                  </a:lnTo>
                  <a:lnTo>
                    <a:pt x="1002" y="1117"/>
                  </a:lnTo>
                  <a:lnTo>
                    <a:pt x="966" y="1279"/>
                  </a:lnTo>
                  <a:lnTo>
                    <a:pt x="933" y="1421"/>
                  </a:lnTo>
                  <a:lnTo>
                    <a:pt x="891" y="1532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" name="Freeform 13"/>
            <p:cNvSpPr>
              <a:spLocks/>
            </p:cNvSpPr>
            <p:nvPr userDrawn="1"/>
          </p:nvSpPr>
          <p:spPr bwMode="ltGray">
            <a:xfrm>
              <a:off x="0" y="2610"/>
              <a:ext cx="801" cy="459"/>
            </a:xfrm>
            <a:custGeom>
              <a:avLst/>
              <a:gdLst>
                <a:gd name="T0" fmla="*/ 0 w 801"/>
                <a:gd name="T1" fmla="*/ 0 h 459"/>
                <a:gd name="T2" fmla="*/ 37 w 801"/>
                <a:gd name="T3" fmla="*/ 69 h 459"/>
                <a:gd name="T4" fmla="*/ 68 w 801"/>
                <a:gd name="T5" fmla="*/ 132 h 459"/>
                <a:gd name="T6" fmla="*/ 110 w 801"/>
                <a:gd name="T7" fmla="*/ 188 h 459"/>
                <a:gd name="T8" fmla="*/ 149 w 801"/>
                <a:gd name="T9" fmla="*/ 229 h 459"/>
                <a:gd name="T10" fmla="*/ 192 w 801"/>
                <a:gd name="T11" fmla="*/ 278 h 459"/>
                <a:gd name="T12" fmla="*/ 250 w 801"/>
                <a:gd name="T13" fmla="*/ 314 h 459"/>
                <a:gd name="T14" fmla="*/ 308 w 801"/>
                <a:gd name="T15" fmla="*/ 336 h 459"/>
                <a:gd name="T16" fmla="*/ 365 w 801"/>
                <a:gd name="T17" fmla="*/ 365 h 459"/>
                <a:gd name="T18" fmla="*/ 430 w 801"/>
                <a:gd name="T19" fmla="*/ 381 h 459"/>
                <a:gd name="T20" fmla="*/ 501 w 801"/>
                <a:gd name="T21" fmla="*/ 390 h 459"/>
                <a:gd name="T22" fmla="*/ 573 w 801"/>
                <a:gd name="T23" fmla="*/ 392 h 459"/>
                <a:gd name="T24" fmla="*/ 646 w 801"/>
                <a:gd name="T25" fmla="*/ 381 h 459"/>
                <a:gd name="T26" fmla="*/ 726 w 801"/>
                <a:gd name="T27" fmla="*/ 362 h 459"/>
                <a:gd name="T28" fmla="*/ 801 w 801"/>
                <a:gd name="T29" fmla="*/ 335 h 459"/>
                <a:gd name="T30" fmla="*/ 731 w 801"/>
                <a:gd name="T31" fmla="*/ 377 h 459"/>
                <a:gd name="T32" fmla="*/ 662 w 801"/>
                <a:gd name="T33" fmla="*/ 404 h 459"/>
                <a:gd name="T34" fmla="*/ 594 w 801"/>
                <a:gd name="T35" fmla="*/ 432 h 459"/>
                <a:gd name="T36" fmla="*/ 532 w 801"/>
                <a:gd name="T37" fmla="*/ 445 h 459"/>
                <a:gd name="T38" fmla="*/ 471 w 801"/>
                <a:gd name="T39" fmla="*/ 459 h 459"/>
                <a:gd name="T40" fmla="*/ 411 w 801"/>
                <a:gd name="T41" fmla="*/ 458 h 459"/>
                <a:gd name="T42" fmla="*/ 350 w 801"/>
                <a:gd name="T43" fmla="*/ 458 h 459"/>
                <a:gd name="T44" fmla="*/ 291 w 801"/>
                <a:gd name="T45" fmla="*/ 450 h 459"/>
                <a:gd name="T46" fmla="*/ 244 w 801"/>
                <a:gd name="T47" fmla="*/ 436 h 459"/>
                <a:gd name="T48" fmla="*/ 192 w 801"/>
                <a:gd name="T49" fmla="*/ 415 h 459"/>
                <a:gd name="T50" fmla="*/ 145 w 801"/>
                <a:gd name="T51" fmla="*/ 394 h 459"/>
                <a:gd name="T52" fmla="*/ 100 w 801"/>
                <a:gd name="T53" fmla="*/ 373 h 459"/>
                <a:gd name="T54" fmla="*/ 60 w 801"/>
                <a:gd name="T55" fmla="*/ 347 h 459"/>
                <a:gd name="T56" fmla="*/ 0 w 801"/>
                <a:gd name="T57" fmla="*/ 294 h 459"/>
                <a:gd name="T58" fmla="*/ 0 w 801"/>
                <a:gd name="T59" fmla="*/ 0 h 459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801" h="459">
                  <a:moveTo>
                    <a:pt x="0" y="0"/>
                  </a:moveTo>
                  <a:lnTo>
                    <a:pt x="37" y="69"/>
                  </a:lnTo>
                  <a:lnTo>
                    <a:pt x="68" y="132"/>
                  </a:lnTo>
                  <a:lnTo>
                    <a:pt x="110" y="188"/>
                  </a:lnTo>
                  <a:lnTo>
                    <a:pt x="149" y="229"/>
                  </a:lnTo>
                  <a:lnTo>
                    <a:pt x="192" y="278"/>
                  </a:lnTo>
                  <a:lnTo>
                    <a:pt x="250" y="314"/>
                  </a:lnTo>
                  <a:lnTo>
                    <a:pt x="308" y="336"/>
                  </a:lnTo>
                  <a:lnTo>
                    <a:pt x="365" y="365"/>
                  </a:lnTo>
                  <a:lnTo>
                    <a:pt x="430" y="381"/>
                  </a:lnTo>
                  <a:lnTo>
                    <a:pt x="501" y="390"/>
                  </a:lnTo>
                  <a:lnTo>
                    <a:pt x="573" y="392"/>
                  </a:lnTo>
                  <a:lnTo>
                    <a:pt x="646" y="381"/>
                  </a:lnTo>
                  <a:lnTo>
                    <a:pt x="726" y="362"/>
                  </a:lnTo>
                  <a:lnTo>
                    <a:pt x="801" y="335"/>
                  </a:lnTo>
                  <a:lnTo>
                    <a:pt x="731" y="377"/>
                  </a:lnTo>
                  <a:lnTo>
                    <a:pt x="662" y="404"/>
                  </a:lnTo>
                  <a:lnTo>
                    <a:pt x="594" y="432"/>
                  </a:lnTo>
                  <a:lnTo>
                    <a:pt x="532" y="445"/>
                  </a:lnTo>
                  <a:lnTo>
                    <a:pt x="471" y="459"/>
                  </a:lnTo>
                  <a:lnTo>
                    <a:pt x="411" y="458"/>
                  </a:lnTo>
                  <a:lnTo>
                    <a:pt x="350" y="458"/>
                  </a:lnTo>
                  <a:lnTo>
                    <a:pt x="291" y="450"/>
                  </a:lnTo>
                  <a:lnTo>
                    <a:pt x="244" y="436"/>
                  </a:lnTo>
                  <a:lnTo>
                    <a:pt x="192" y="415"/>
                  </a:lnTo>
                  <a:lnTo>
                    <a:pt x="145" y="394"/>
                  </a:lnTo>
                  <a:lnTo>
                    <a:pt x="100" y="373"/>
                  </a:lnTo>
                  <a:lnTo>
                    <a:pt x="60" y="347"/>
                  </a:lnTo>
                  <a:lnTo>
                    <a:pt x="0" y="2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" name="Freeform 14"/>
            <p:cNvSpPr>
              <a:spLocks/>
            </p:cNvSpPr>
            <p:nvPr userDrawn="1"/>
          </p:nvSpPr>
          <p:spPr bwMode="ltGray">
            <a:xfrm rot="373331" flipH="1">
              <a:off x="898" y="2855"/>
              <a:ext cx="354" cy="464"/>
            </a:xfrm>
            <a:custGeom>
              <a:avLst/>
              <a:gdLst>
                <a:gd name="T0" fmla="*/ 19031 w 117"/>
                <a:gd name="T1" fmla="*/ 0 h 132"/>
                <a:gd name="T2" fmla="*/ 0 w 117"/>
                <a:gd name="T3" fmla="*/ 13417 h 132"/>
                <a:gd name="T4" fmla="*/ 750 w 117"/>
                <a:gd name="T5" fmla="*/ 13902 h 132"/>
                <a:gd name="T6" fmla="*/ 3516 w 117"/>
                <a:gd name="T7" fmla="*/ 15593 h 132"/>
                <a:gd name="T8" fmla="*/ 7370 w 117"/>
                <a:gd name="T9" fmla="*/ 19376 h 132"/>
                <a:gd name="T10" fmla="*/ 11664 w 117"/>
                <a:gd name="T11" fmla="*/ 25193 h 132"/>
                <a:gd name="T12" fmla="*/ 16762 w 117"/>
                <a:gd name="T13" fmla="*/ 33274 h 132"/>
                <a:gd name="T14" fmla="*/ 21304 w 117"/>
                <a:gd name="T15" fmla="*/ 42913 h 132"/>
                <a:gd name="T16" fmla="*/ 25899 w 117"/>
                <a:gd name="T17" fmla="*/ 55244 h 132"/>
                <a:gd name="T18" fmla="*/ 29412 w 117"/>
                <a:gd name="T19" fmla="*/ 70837 h 132"/>
                <a:gd name="T20" fmla="*/ 29660 w 117"/>
                <a:gd name="T21" fmla="*/ 64412 h 132"/>
                <a:gd name="T22" fmla="*/ 29167 w 117"/>
                <a:gd name="T23" fmla="*/ 57420 h 132"/>
                <a:gd name="T24" fmla="*/ 27391 w 117"/>
                <a:gd name="T25" fmla="*/ 48252 h 132"/>
                <a:gd name="T26" fmla="*/ 25146 w 117"/>
                <a:gd name="T27" fmla="*/ 39700 h 132"/>
                <a:gd name="T28" fmla="*/ 22547 w 117"/>
                <a:gd name="T29" fmla="*/ 31137 h 132"/>
                <a:gd name="T30" fmla="*/ 19773 w 117"/>
                <a:gd name="T31" fmla="*/ 24107 h 132"/>
                <a:gd name="T32" fmla="*/ 17010 w 117"/>
                <a:gd name="T33" fmla="*/ 19376 h 132"/>
                <a:gd name="T34" fmla="*/ 14656 w 117"/>
                <a:gd name="T35" fmla="*/ 17112 h 132"/>
                <a:gd name="T36" fmla="*/ 17503 w 117"/>
                <a:gd name="T37" fmla="*/ 15593 h 132"/>
                <a:gd name="T38" fmla="*/ 20030 w 117"/>
                <a:gd name="T39" fmla="*/ 14939 h 132"/>
                <a:gd name="T40" fmla="*/ 22547 w 117"/>
                <a:gd name="T41" fmla="*/ 13902 h 132"/>
                <a:gd name="T42" fmla="*/ 24901 w 117"/>
                <a:gd name="T43" fmla="*/ 13417 h 132"/>
                <a:gd name="T44" fmla="*/ 26650 w 117"/>
                <a:gd name="T45" fmla="*/ 12813 h 132"/>
                <a:gd name="T46" fmla="*/ 27645 w 117"/>
                <a:gd name="T47" fmla="*/ 11776 h 132"/>
                <a:gd name="T48" fmla="*/ 28671 w 117"/>
                <a:gd name="T49" fmla="*/ 11294 h 132"/>
                <a:gd name="T50" fmla="*/ 28919 w 117"/>
                <a:gd name="T51" fmla="*/ 11294 h 132"/>
                <a:gd name="T52" fmla="*/ 19031 w 117"/>
                <a:gd name="T53" fmla="*/ 0 h 13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117" h="132">
                  <a:moveTo>
                    <a:pt x="75" y="0"/>
                  </a:moveTo>
                  <a:lnTo>
                    <a:pt x="0" y="25"/>
                  </a:lnTo>
                  <a:lnTo>
                    <a:pt x="3" y="26"/>
                  </a:lnTo>
                  <a:lnTo>
                    <a:pt x="14" y="29"/>
                  </a:lnTo>
                  <a:lnTo>
                    <a:pt x="29" y="36"/>
                  </a:lnTo>
                  <a:lnTo>
                    <a:pt x="46" y="47"/>
                  </a:lnTo>
                  <a:lnTo>
                    <a:pt x="66" y="62"/>
                  </a:lnTo>
                  <a:lnTo>
                    <a:pt x="84" y="80"/>
                  </a:lnTo>
                  <a:lnTo>
                    <a:pt x="102" y="103"/>
                  </a:lnTo>
                  <a:lnTo>
                    <a:pt x="116" y="132"/>
                  </a:lnTo>
                  <a:lnTo>
                    <a:pt x="117" y="120"/>
                  </a:lnTo>
                  <a:lnTo>
                    <a:pt x="115" y="107"/>
                  </a:lnTo>
                  <a:lnTo>
                    <a:pt x="108" y="90"/>
                  </a:lnTo>
                  <a:lnTo>
                    <a:pt x="99" y="74"/>
                  </a:lnTo>
                  <a:lnTo>
                    <a:pt x="89" y="58"/>
                  </a:lnTo>
                  <a:lnTo>
                    <a:pt x="78" y="45"/>
                  </a:lnTo>
                  <a:lnTo>
                    <a:pt x="67" y="36"/>
                  </a:lnTo>
                  <a:lnTo>
                    <a:pt x="58" y="32"/>
                  </a:lnTo>
                  <a:lnTo>
                    <a:pt x="69" y="29"/>
                  </a:lnTo>
                  <a:lnTo>
                    <a:pt x="79" y="28"/>
                  </a:lnTo>
                  <a:lnTo>
                    <a:pt x="89" y="26"/>
                  </a:lnTo>
                  <a:lnTo>
                    <a:pt x="98" y="25"/>
                  </a:lnTo>
                  <a:lnTo>
                    <a:pt x="105" y="24"/>
                  </a:lnTo>
                  <a:lnTo>
                    <a:pt x="109" y="22"/>
                  </a:lnTo>
                  <a:lnTo>
                    <a:pt x="113" y="21"/>
                  </a:lnTo>
                  <a:lnTo>
                    <a:pt x="114" y="21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" name="Freeform 15"/>
            <p:cNvSpPr>
              <a:spLocks/>
            </p:cNvSpPr>
            <p:nvPr userDrawn="1"/>
          </p:nvSpPr>
          <p:spPr bwMode="ltGray">
            <a:xfrm rot="373331" flipH="1">
              <a:off x="799" y="2979"/>
              <a:ext cx="87" cy="274"/>
            </a:xfrm>
            <a:custGeom>
              <a:avLst/>
              <a:gdLst>
                <a:gd name="T0" fmla="*/ 7047 w 29"/>
                <a:gd name="T1" fmla="*/ 0 h 77"/>
                <a:gd name="T2" fmla="*/ 5589 w 29"/>
                <a:gd name="T3" fmla="*/ 0 h 77"/>
                <a:gd name="T4" fmla="*/ 3888 w 29"/>
                <a:gd name="T5" fmla="*/ 2252 h 77"/>
                <a:gd name="T6" fmla="*/ 2187 w 29"/>
                <a:gd name="T7" fmla="*/ 5142 h 77"/>
                <a:gd name="T8" fmla="*/ 972 w 29"/>
                <a:gd name="T9" fmla="*/ 10903 h 77"/>
                <a:gd name="T10" fmla="*/ 243 w 29"/>
                <a:gd name="T11" fmla="*/ 17169 h 77"/>
                <a:gd name="T12" fmla="*/ 0 w 29"/>
                <a:gd name="T13" fmla="*/ 25187 h 77"/>
                <a:gd name="T14" fmla="*/ 729 w 29"/>
                <a:gd name="T15" fmla="*/ 34339 h 77"/>
                <a:gd name="T16" fmla="*/ 2673 w 29"/>
                <a:gd name="T17" fmla="*/ 43925 h 77"/>
                <a:gd name="T18" fmla="*/ 3645 w 29"/>
                <a:gd name="T19" fmla="*/ 30325 h 77"/>
                <a:gd name="T20" fmla="*/ 4617 w 29"/>
                <a:gd name="T21" fmla="*/ 21173 h 77"/>
                <a:gd name="T22" fmla="*/ 5589 w 29"/>
                <a:gd name="T23" fmla="*/ 12522 h 77"/>
                <a:gd name="T24" fmla="*/ 7047 w 29"/>
                <a:gd name="T25" fmla="*/ 0 h 7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9" h="77">
                  <a:moveTo>
                    <a:pt x="29" y="0"/>
                  </a:moveTo>
                  <a:lnTo>
                    <a:pt x="23" y="0"/>
                  </a:lnTo>
                  <a:lnTo>
                    <a:pt x="16" y="4"/>
                  </a:lnTo>
                  <a:lnTo>
                    <a:pt x="9" y="9"/>
                  </a:lnTo>
                  <a:lnTo>
                    <a:pt x="4" y="19"/>
                  </a:lnTo>
                  <a:lnTo>
                    <a:pt x="1" y="30"/>
                  </a:lnTo>
                  <a:lnTo>
                    <a:pt x="0" y="44"/>
                  </a:lnTo>
                  <a:lnTo>
                    <a:pt x="3" y="60"/>
                  </a:lnTo>
                  <a:lnTo>
                    <a:pt x="11" y="77"/>
                  </a:lnTo>
                  <a:lnTo>
                    <a:pt x="15" y="53"/>
                  </a:lnTo>
                  <a:lnTo>
                    <a:pt x="19" y="37"/>
                  </a:lnTo>
                  <a:lnTo>
                    <a:pt x="23" y="2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" name="Freeform 16"/>
            <p:cNvSpPr>
              <a:spLocks/>
            </p:cNvSpPr>
            <p:nvPr userDrawn="1"/>
          </p:nvSpPr>
          <p:spPr bwMode="ltGray">
            <a:xfrm>
              <a:off x="1190" y="3273"/>
              <a:ext cx="1108" cy="1047"/>
            </a:xfrm>
            <a:custGeom>
              <a:avLst/>
              <a:gdLst>
                <a:gd name="T0" fmla="*/ 784 w 1108"/>
                <a:gd name="T1" fmla="*/ 1047 h 1047"/>
                <a:gd name="T2" fmla="*/ 692 w 1108"/>
                <a:gd name="T3" fmla="*/ 1011 h 1047"/>
                <a:gd name="T4" fmla="*/ 607 w 1108"/>
                <a:gd name="T5" fmla="*/ 945 h 1047"/>
                <a:gd name="T6" fmla="*/ 517 w 1108"/>
                <a:gd name="T7" fmla="*/ 861 h 1047"/>
                <a:gd name="T8" fmla="*/ 432 w 1108"/>
                <a:gd name="T9" fmla="*/ 776 h 1047"/>
                <a:gd name="T10" fmla="*/ 350 w 1108"/>
                <a:gd name="T11" fmla="*/ 677 h 1047"/>
                <a:gd name="T12" fmla="*/ 266 w 1108"/>
                <a:gd name="T13" fmla="*/ 563 h 1047"/>
                <a:gd name="T14" fmla="*/ 188 w 1108"/>
                <a:gd name="T15" fmla="*/ 447 h 1047"/>
                <a:gd name="T16" fmla="*/ 122 w 1108"/>
                <a:gd name="T17" fmla="*/ 325 h 1047"/>
                <a:gd name="T18" fmla="*/ 65 w 1108"/>
                <a:gd name="T19" fmla="*/ 211 h 1047"/>
                <a:gd name="T20" fmla="*/ 21 w 1108"/>
                <a:gd name="T21" fmla="*/ 101 h 1047"/>
                <a:gd name="T22" fmla="*/ 0 w 1108"/>
                <a:gd name="T23" fmla="*/ 0 h 1047"/>
                <a:gd name="T24" fmla="*/ 109 w 1108"/>
                <a:gd name="T25" fmla="*/ 217 h 1047"/>
                <a:gd name="T26" fmla="*/ 209 w 1108"/>
                <a:gd name="T27" fmla="*/ 378 h 1047"/>
                <a:gd name="T28" fmla="*/ 294 w 1108"/>
                <a:gd name="T29" fmla="*/ 500 h 1047"/>
                <a:gd name="T30" fmla="*/ 373 w 1108"/>
                <a:gd name="T31" fmla="*/ 590 h 1047"/>
                <a:gd name="T32" fmla="*/ 441 w 1108"/>
                <a:gd name="T33" fmla="*/ 661 h 1047"/>
                <a:gd name="T34" fmla="*/ 506 w 1108"/>
                <a:gd name="T35" fmla="*/ 713 h 1047"/>
                <a:gd name="T36" fmla="*/ 564 w 1108"/>
                <a:gd name="T37" fmla="*/ 754 h 1047"/>
                <a:gd name="T38" fmla="*/ 620 w 1108"/>
                <a:gd name="T39" fmla="*/ 801 h 1047"/>
                <a:gd name="T40" fmla="*/ 754 w 1108"/>
                <a:gd name="T41" fmla="*/ 899 h 1047"/>
                <a:gd name="T42" fmla="*/ 925 w 1108"/>
                <a:gd name="T43" fmla="*/ 977 h 1047"/>
                <a:gd name="T44" fmla="*/ 1108 w 1108"/>
                <a:gd name="T45" fmla="*/ 1047 h 1047"/>
                <a:gd name="T46" fmla="*/ 784 w 1108"/>
                <a:gd name="T47" fmla="*/ 1047 h 1047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108" h="1047">
                  <a:moveTo>
                    <a:pt x="784" y="1047"/>
                  </a:moveTo>
                  <a:lnTo>
                    <a:pt x="692" y="1011"/>
                  </a:lnTo>
                  <a:lnTo>
                    <a:pt x="607" y="945"/>
                  </a:lnTo>
                  <a:lnTo>
                    <a:pt x="517" y="861"/>
                  </a:lnTo>
                  <a:lnTo>
                    <a:pt x="432" y="776"/>
                  </a:lnTo>
                  <a:lnTo>
                    <a:pt x="350" y="677"/>
                  </a:lnTo>
                  <a:lnTo>
                    <a:pt x="266" y="563"/>
                  </a:lnTo>
                  <a:lnTo>
                    <a:pt x="188" y="447"/>
                  </a:lnTo>
                  <a:lnTo>
                    <a:pt x="122" y="325"/>
                  </a:lnTo>
                  <a:lnTo>
                    <a:pt x="65" y="211"/>
                  </a:lnTo>
                  <a:lnTo>
                    <a:pt x="21" y="101"/>
                  </a:lnTo>
                  <a:lnTo>
                    <a:pt x="0" y="0"/>
                  </a:lnTo>
                  <a:lnTo>
                    <a:pt x="109" y="217"/>
                  </a:lnTo>
                  <a:lnTo>
                    <a:pt x="209" y="378"/>
                  </a:lnTo>
                  <a:lnTo>
                    <a:pt x="294" y="500"/>
                  </a:lnTo>
                  <a:lnTo>
                    <a:pt x="373" y="590"/>
                  </a:lnTo>
                  <a:lnTo>
                    <a:pt x="441" y="661"/>
                  </a:lnTo>
                  <a:lnTo>
                    <a:pt x="506" y="713"/>
                  </a:lnTo>
                  <a:lnTo>
                    <a:pt x="564" y="754"/>
                  </a:lnTo>
                  <a:lnTo>
                    <a:pt x="620" y="801"/>
                  </a:lnTo>
                  <a:lnTo>
                    <a:pt x="754" y="899"/>
                  </a:lnTo>
                  <a:lnTo>
                    <a:pt x="925" y="977"/>
                  </a:lnTo>
                  <a:lnTo>
                    <a:pt x="1108" y="1047"/>
                  </a:lnTo>
                  <a:lnTo>
                    <a:pt x="784" y="1047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12" name="Group 17"/>
            <p:cNvGrpSpPr>
              <a:grpSpLocks/>
            </p:cNvGrpSpPr>
            <p:nvPr userDrawn="1"/>
          </p:nvGrpSpPr>
          <p:grpSpPr bwMode="auto">
            <a:xfrm rot="3220060">
              <a:off x="2636" y="751"/>
              <a:ext cx="569" cy="636"/>
              <a:chOff x="1727" y="866"/>
              <a:chExt cx="129" cy="157"/>
            </a:xfrm>
          </p:grpSpPr>
          <p:sp>
            <p:nvSpPr>
              <p:cNvPr id="36" name="Freeform 18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2 w 83"/>
                  <a:gd name="T1" fmla="*/ 1 h 117"/>
                  <a:gd name="T2" fmla="*/ 0 w 83"/>
                  <a:gd name="T3" fmla="*/ 0 h 117"/>
                  <a:gd name="T4" fmla="*/ 0 w 83"/>
                  <a:gd name="T5" fmla="*/ 4 h 117"/>
                  <a:gd name="T6" fmla="*/ 2 w 83"/>
                  <a:gd name="T7" fmla="*/ 1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7" name="Freeform 19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4 h 98"/>
                  <a:gd name="T2" fmla="*/ 4 w 140"/>
                  <a:gd name="T3" fmla="*/ 0 h 98"/>
                  <a:gd name="T4" fmla="*/ 5 w 140"/>
                  <a:gd name="T5" fmla="*/ 2 h 98"/>
                  <a:gd name="T6" fmla="*/ 0 w 140"/>
                  <a:gd name="T7" fmla="*/ 4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8" name="Freeform 20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1 h 49"/>
                  <a:gd name="T2" fmla="*/ 5 w 145"/>
                  <a:gd name="T3" fmla="*/ 0 h 49"/>
                  <a:gd name="T4" fmla="*/ 5 w 145"/>
                  <a:gd name="T5" fmla="*/ 2 h 49"/>
                  <a:gd name="T6" fmla="*/ 0 w 145"/>
                  <a:gd name="T7" fmla="*/ 1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grpSp>
          <p:nvGrpSpPr>
            <p:cNvPr id="13" name="Group 21"/>
            <p:cNvGrpSpPr>
              <a:grpSpLocks/>
            </p:cNvGrpSpPr>
            <p:nvPr userDrawn="1"/>
          </p:nvGrpSpPr>
          <p:grpSpPr bwMode="auto">
            <a:xfrm rot="-6691250">
              <a:off x="3643" y="129"/>
              <a:ext cx="356" cy="608"/>
              <a:chOff x="1727" y="866"/>
              <a:chExt cx="129" cy="157"/>
            </a:xfrm>
          </p:grpSpPr>
          <p:sp>
            <p:nvSpPr>
              <p:cNvPr id="33" name="Freeform 22"/>
              <p:cNvSpPr>
                <a:spLocks/>
              </p:cNvSpPr>
              <p:nvPr userDrawn="1"/>
            </p:nvSpPr>
            <p:spPr bwMode="ltGray">
              <a:xfrm>
                <a:off x="1728" y="866"/>
                <a:ext cx="41" cy="59"/>
              </a:xfrm>
              <a:custGeom>
                <a:avLst/>
                <a:gdLst>
                  <a:gd name="T0" fmla="*/ 2 w 83"/>
                  <a:gd name="T1" fmla="*/ 1 h 117"/>
                  <a:gd name="T2" fmla="*/ 0 w 83"/>
                  <a:gd name="T3" fmla="*/ 0 h 117"/>
                  <a:gd name="T4" fmla="*/ 0 w 83"/>
                  <a:gd name="T5" fmla="*/ 4 h 117"/>
                  <a:gd name="T6" fmla="*/ 2 w 83"/>
                  <a:gd name="T7" fmla="*/ 1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4" name="Freeform 23"/>
              <p:cNvSpPr>
                <a:spLocks/>
              </p:cNvSpPr>
              <p:nvPr userDrawn="1"/>
            </p:nvSpPr>
            <p:spPr bwMode="ltGray">
              <a:xfrm>
                <a:off x="1787" y="894"/>
                <a:ext cx="70" cy="49"/>
              </a:xfrm>
              <a:custGeom>
                <a:avLst/>
                <a:gdLst>
                  <a:gd name="T0" fmla="*/ 0 w 140"/>
                  <a:gd name="T1" fmla="*/ 4 h 98"/>
                  <a:gd name="T2" fmla="*/ 4 w 140"/>
                  <a:gd name="T3" fmla="*/ 0 h 98"/>
                  <a:gd name="T4" fmla="*/ 5 w 140"/>
                  <a:gd name="T5" fmla="*/ 2 h 98"/>
                  <a:gd name="T6" fmla="*/ 0 w 140"/>
                  <a:gd name="T7" fmla="*/ 4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5" name="Freeform 24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1 h 49"/>
                  <a:gd name="T2" fmla="*/ 5 w 145"/>
                  <a:gd name="T3" fmla="*/ 0 h 49"/>
                  <a:gd name="T4" fmla="*/ 5 w 145"/>
                  <a:gd name="T5" fmla="*/ 2 h 49"/>
                  <a:gd name="T6" fmla="*/ 0 w 145"/>
                  <a:gd name="T7" fmla="*/ 1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grpSp>
          <p:nvGrpSpPr>
            <p:cNvPr id="14" name="Group 25"/>
            <p:cNvGrpSpPr>
              <a:grpSpLocks/>
            </p:cNvGrpSpPr>
            <p:nvPr userDrawn="1"/>
          </p:nvGrpSpPr>
          <p:grpSpPr bwMode="auto">
            <a:xfrm rot="8524840">
              <a:off x="674" y="3302"/>
              <a:ext cx="500" cy="504"/>
              <a:chOff x="1727" y="866"/>
              <a:chExt cx="129" cy="157"/>
            </a:xfrm>
          </p:grpSpPr>
          <p:sp>
            <p:nvSpPr>
              <p:cNvPr id="30" name="Freeform 26"/>
              <p:cNvSpPr>
                <a:spLocks/>
              </p:cNvSpPr>
              <p:nvPr userDrawn="1"/>
            </p:nvSpPr>
            <p:spPr bwMode="ltGray">
              <a:xfrm>
                <a:off x="1727" y="867"/>
                <a:ext cx="41" cy="59"/>
              </a:xfrm>
              <a:custGeom>
                <a:avLst/>
                <a:gdLst>
                  <a:gd name="T0" fmla="*/ 2 w 83"/>
                  <a:gd name="T1" fmla="*/ 1 h 117"/>
                  <a:gd name="T2" fmla="*/ 0 w 83"/>
                  <a:gd name="T3" fmla="*/ 0 h 117"/>
                  <a:gd name="T4" fmla="*/ 0 w 83"/>
                  <a:gd name="T5" fmla="*/ 4 h 117"/>
                  <a:gd name="T6" fmla="*/ 2 w 83"/>
                  <a:gd name="T7" fmla="*/ 1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1" name="Freeform 27"/>
              <p:cNvSpPr>
                <a:spLocks/>
              </p:cNvSpPr>
              <p:nvPr userDrawn="1"/>
            </p:nvSpPr>
            <p:spPr bwMode="ltGray">
              <a:xfrm>
                <a:off x="1786" y="895"/>
                <a:ext cx="70" cy="49"/>
              </a:xfrm>
              <a:custGeom>
                <a:avLst/>
                <a:gdLst>
                  <a:gd name="T0" fmla="*/ 0 w 140"/>
                  <a:gd name="T1" fmla="*/ 4 h 98"/>
                  <a:gd name="T2" fmla="*/ 4 w 140"/>
                  <a:gd name="T3" fmla="*/ 0 h 98"/>
                  <a:gd name="T4" fmla="*/ 5 w 140"/>
                  <a:gd name="T5" fmla="*/ 2 h 98"/>
                  <a:gd name="T6" fmla="*/ 0 w 140"/>
                  <a:gd name="T7" fmla="*/ 4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2" name="Freeform 28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1 h 49"/>
                  <a:gd name="T2" fmla="*/ 5 w 145"/>
                  <a:gd name="T3" fmla="*/ 0 h 49"/>
                  <a:gd name="T4" fmla="*/ 5 w 145"/>
                  <a:gd name="T5" fmla="*/ 2 h 49"/>
                  <a:gd name="T6" fmla="*/ 0 w 145"/>
                  <a:gd name="T7" fmla="*/ 1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grpSp>
          <p:nvGrpSpPr>
            <p:cNvPr id="15" name="Group 29"/>
            <p:cNvGrpSpPr>
              <a:grpSpLocks/>
            </p:cNvGrpSpPr>
            <p:nvPr userDrawn="1"/>
          </p:nvGrpSpPr>
          <p:grpSpPr bwMode="auto">
            <a:xfrm rot="4106450" flipH="1">
              <a:off x="404" y="271"/>
              <a:ext cx="708" cy="891"/>
              <a:chOff x="1727" y="866"/>
              <a:chExt cx="129" cy="157"/>
            </a:xfrm>
          </p:grpSpPr>
          <p:sp>
            <p:nvSpPr>
              <p:cNvPr id="27" name="Freeform 30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2 w 83"/>
                  <a:gd name="T1" fmla="*/ 1 h 117"/>
                  <a:gd name="T2" fmla="*/ 0 w 83"/>
                  <a:gd name="T3" fmla="*/ 0 h 117"/>
                  <a:gd name="T4" fmla="*/ 0 w 83"/>
                  <a:gd name="T5" fmla="*/ 4 h 117"/>
                  <a:gd name="T6" fmla="*/ 2 w 83"/>
                  <a:gd name="T7" fmla="*/ 1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8" name="Freeform 31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4 h 98"/>
                  <a:gd name="T2" fmla="*/ 4 w 140"/>
                  <a:gd name="T3" fmla="*/ 0 h 98"/>
                  <a:gd name="T4" fmla="*/ 5 w 140"/>
                  <a:gd name="T5" fmla="*/ 2 h 98"/>
                  <a:gd name="T6" fmla="*/ 0 w 140"/>
                  <a:gd name="T7" fmla="*/ 4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9" name="Freeform 32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1 h 49"/>
                  <a:gd name="T2" fmla="*/ 5 w 145"/>
                  <a:gd name="T3" fmla="*/ 0 h 49"/>
                  <a:gd name="T4" fmla="*/ 5 w 145"/>
                  <a:gd name="T5" fmla="*/ 2 h 49"/>
                  <a:gd name="T6" fmla="*/ 0 w 145"/>
                  <a:gd name="T7" fmla="*/ 1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grpSp>
          <p:nvGrpSpPr>
            <p:cNvPr id="16" name="Group 33"/>
            <p:cNvGrpSpPr>
              <a:grpSpLocks/>
            </p:cNvGrpSpPr>
            <p:nvPr userDrawn="1"/>
          </p:nvGrpSpPr>
          <p:grpSpPr bwMode="auto">
            <a:xfrm rot="10015322" flipH="1">
              <a:off x="4615" y="2392"/>
              <a:ext cx="708" cy="891"/>
              <a:chOff x="1727" y="866"/>
              <a:chExt cx="129" cy="157"/>
            </a:xfrm>
          </p:grpSpPr>
          <p:sp>
            <p:nvSpPr>
              <p:cNvPr id="24" name="Freeform 34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2 w 83"/>
                  <a:gd name="T1" fmla="*/ 1 h 117"/>
                  <a:gd name="T2" fmla="*/ 0 w 83"/>
                  <a:gd name="T3" fmla="*/ 0 h 117"/>
                  <a:gd name="T4" fmla="*/ 0 w 83"/>
                  <a:gd name="T5" fmla="*/ 4 h 117"/>
                  <a:gd name="T6" fmla="*/ 2 w 83"/>
                  <a:gd name="T7" fmla="*/ 1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5" name="Freeform 35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4 h 98"/>
                  <a:gd name="T2" fmla="*/ 4 w 140"/>
                  <a:gd name="T3" fmla="*/ 0 h 98"/>
                  <a:gd name="T4" fmla="*/ 5 w 140"/>
                  <a:gd name="T5" fmla="*/ 2 h 98"/>
                  <a:gd name="T6" fmla="*/ 0 w 140"/>
                  <a:gd name="T7" fmla="*/ 4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6" name="Freeform 36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1 h 49"/>
                  <a:gd name="T2" fmla="*/ 5 w 145"/>
                  <a:gd name="T3" fmla="*/ 0 h 49"/>
                  <a:gd name="T4" fmla="*/ 5 w 145"/>
                  <a:gd name="T5" fmla="*/ 2 h 49"/>
                  <a:gd name="T6" fmla="*/ 0 w 145"/>
                  <a:gd name="T7" fmla="*/ 1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17" name="Freeform 37"/>
            <p:cNvSpPr>
              <a:spLocks/>
            </p:cNvSpPr>
            <p:nvPr userDrawn="1"/>
          </p:nvSpPr>
          <p:spPr bwMode="ltGray">
            <a:xfrm>
              <a:off x="1217" y="2"/>
              <a:ext cx="862" cy="886"/>
            </a:xfrm>
            <a:custGeom>
              <a:avLst/>
              <a:gdLst>
                <a:gd name="T0" fmla="*/ 0 w 862"/>
                <a:gd name="T1" fmla="*/ 0 h 886"/>
                <a:gd name="T2" fmla="*/ 6 w 862"/>
                <a:gd name="T3" fmla="*/ 107 h 886"/>
                <a:gd name="T4" fmla="*/ 37 w 862"/>
                <a:gd name="T5" fmla="*/ 262 h 886"/>
                <a:gd name="T6" fmla="*/ 83 w 862"/>
                <a:gd name="T7" fmla="*/ 410 h 886"/>
                <a:gd name="T8" fmla="*/ 149 w 862"/>
                <a:gd name="T9" fmla="*/ 546 h 886"/>
                <a:gd name="T10" fmla="*/ 237 w 862"/>
                <a:gd name="T11" fmla="*/ 666 h 886"/>
                <a:gd name="T12" fmla="*/ 338 w 862"/>
                <a:gd name="T13" fmla="*/ 764 h 886"/>
                <a:gd name="T14" fmla="*/ 450 w 862"/>
                <a:gd name="T15" fmla="*/ 838 h 886"/>
                <a:gd name="T16" fmla="*/ 579 w 862"/>
                <a:gd name="T17" fmla="*/ 879 h 886"/>
                <a:gd name="T18" fmla="*/ 714 w 862"/>
                <a:gd name="T19" fmla="*/ 886 h 886"/>
                <a:gd name="T20" fmla="*/ 862 w 862"/>
                <a:gd name="T21" fmla="*/ 851 h 886"/>
                <a:gd name="T22" fmla="*/ 784 w 862"/>
                <a:gd name="T23" fmla="*/ 856 h 886"/>
                <a:gd name="T24" fmla="*/ 700 w 862"/>
                <a:gd name="T25" fmla="*/ 835 h 886"/>
                <a:gd name="T26" fmla="*/ 621 w 862"/>
                <a:gd name="T27" fmla="*/ 794 h 886"/>
                <a:gd name="T28" fmla="*/ 542 w 862"/>
                <a:gd name="T29" fmla="*/ 728 h 886"/>
                <a:gd name="T30" fmla="*/ 466 w 862"/>
                <a:gd name="T31" fmla="*/ 649 h 886"/>
                <a:gd name="T32" fmla="*/ 397 w 862"/>
                <a:gd name="T33" fmla="*/ 557 h 886"/>
                <a:gd name="T34" fmla="*/ 334 w 862"/>
                <a:gd name="T35" fmla="*/ 454 h 886"/>
                <a:gd name="T36" fmla="*/ 279 w 862"/>
                <a:gd name="T37" fmla="*/ 339 h 886"/>
                <a:gd name="T38" fmla="*/ 238 w 862"/>
                <a:gd name="T39" fmla="*/ 225 h 886"/>
                <a:gd name="T40" fmla="*/ 205 w 862"/>
                <a:gd name="T41" fmla="*/ 105 h 886"/>
                <a:gd name="T42" fmla="*/ 184 w 862"/>
                <a:gd name="T43" fmla="*/ 3 h 88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862" h="886">
                  <a:moveTo>
                    <a:pt x="0" y="0"/>
                  </a:moveTo>
                  <a:lnTo>
                    <a:pt x="6" y="107"/>
                  </a:lnTo>
                  <a:lnTo>
                    <a:pt x="37" y="262"/>
                  </a:lnTo>
                  <a:lnTo>
                    <a:pt x="83" y="410"/>
                  </a:lnTo>
                  <a:lnTo>
                    <a:pt x="149" y="546"/>
                  </a:lnTo>
                  <a:lnTo>
                    <a:pt x="237" y="666"/>
                  </a:lnTo>
                  <a:lnTo>
                    <a:pt x="338" y="764"/>
                  </a:lnTo>
                  <a:lnTo>
                    <a:pt x="450" y="838"/>
                  </a:lnTo>
                  <a:lnTo>
                    <a:pt x="579" y="879"/>
                  </a:lnTo>
                  <a:lnTo>
                    <a:pt x="714" y="886"/>
                  </a:lnTo>
                  <a:lnTo>
                    <a:pt x="862" y="851"/>
                  </a:lnTo>
                  <a:lnTo>
                    <a:pt x="784" y="856"/>
                  </a:lnTo>
                  <a:lnTo>
                    <a:pt x="700" y="835"/>
                  </a:lnTo>
                  <a:lnTo>
                    <a:pt x="621" y="794"/>
                  </a:lnTo>
                  <a:lnTo>
                    <a:pt x="542" y="728"/>
                  </a:lnTo>
                  <a:lnTo>
                    <a:pt x="466" y="649"/>
                  </a:lnTo>
                  <a:lnTo>
                    <a:pt x="397" y="557"/>
                  </a:lnTo>
                  <a:lnTo>
                    <a:pt x="334" y="454"/>
                  </a:lnTo>
                  <a:lnTo>
                    <a:pt x="279" y="339"/>
                  </a:lnTo>
                  <a:lnTo>
                    <a:pt x="238" y="225"/>
                  </a:lnTo>
                  <a:lnTo>
                    <a:pt x="205" y="105"/>
                  </a:lnTo>
                  <a:lnTo>
                    <a:pt x="184" y="3"/>
                  </a:lnTo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8" name="Freeform 38"/>
            <p:cNvSpPr>
              <a:spLocks/>
            </p:cNvSpPr>
            <p:nvPr userDrawn="1"/>
          </p:nvSpPr>
          <p:spPr bwMode="ltGray">
            <a:xfrm rot="9832527" flipV="1">
              <a:off x="2158" y="102"/>
              <a:ext cx="681" cy="593"/>
            </a:xfrm>
            <a:custGeom>
              <a:avLst/>
              <a:gdLst>
                <a:gd name="T0" fmla="*/ 0 w 257"/>
                <a:gd name="T1" fmla="*/ 0 h 237"/>
                <a:gd name="T2" fmla="*/ 0 w 257"/>
                <a:gd name="T3" fmla="*/ 2472 h 237"/>
                <a:gd name="T4" fmla="*/ 392 w 257"/>
                <a:gd name="T5" fmla="*/ 4902 h 237"/>
                <a:gd name="T6" fmla="*/ 779 w 257"/>
                <a:gd name="T7" fmla="*/ 7361 h 237"/>
                <a:gd name="T8" fmla="*/ 1434 w 257"/>
                <a:gd name="T9" fmla="*/ 9603 h 237"/>
                <a:gd name="T10" fmla="*/ 2366 w 257"/>
                <a:gd name="T11" fmla="*/ 11687 h 237"/>
                <a:gd name="T12" fmla="*/ 3553 w 257"/>
                <a:gd name="T13" fmla="*/ 13829 h 237"/>
                <a:gd name="T14" fmla="*/ 4984 w 257"/>
                <a:gd name="T15" fmla="*/ 15788 h 237"/>
                <a:gd name="T16" fmla="*/ 6664 w 257"/>
                <a:gd name="T17" fmla="*/ 17435 h 237"/>
                <a:gd name="T18" fmla="*/ 8784 w 257"/>
                <a:gd name="T19" fmla="*/ 19019 h 237"/>
                <a:gd name="T20" fmla="*/ 11235 w 257"/>
                <a:gd name="T21" fmla="*/ 20377 h 237"/>
                <a:gd name="T22" fmla="*/ 13861 w 257"/>
                <a:gd name="T23" fmla="*/ 21473 h 237"/>
                <a:gd name="T24" fmla="*/ 17097 w 257"/>
                <a:gd name="T25" fmla="*/ 22339 h 237"/>
                <a:gd name="T26" fmla="*/ 20650 w 257"/>
                <a:gd name="T27" fmla="*/ 22932 h 237"/>
                <a:gd name="T28" fmla="*/ 24561 w 257"/>
                <a:gd name="T29" fmla="*/ 23245 h 237"/>
                <a:gd name="T30" fmla="*/ 28745 w 257"/>
                <a:gd name="T31" fmla="*/ 23119 h 237"/>
                <a:gd name="T32" fmla="*/ 33584 w 257"/>
                <a:gd name="T33" fmla="*/ 22732 h 237"/>
                <a:gd name="T34" fmla="*/ 29286 w 257"/>
                <a:gd name="T35" fmla="*/ 22256 h 237"/>
                <a:gd name="T36" fmla="*/ 25488 w 257"/>
                <a:gd name="T37" fmla="*/ 21556 h 237"/>
                <a:gd name="T38" fmla="*/ 22182 w 257"/>
                <a:gd name="T39" fmla="*/ 20773 h 237"/>
                <a:gd name="T40" fmla="*/ 19330 w 257"/>
                <a:gd name="T41" fmla="*/ 19989 h 237"/>
                <a:gd name="T42" fmla="*/ 16712 w 257"/>
                <a:gd name="T43" fmla="*/ 18938 h 237"/>
                <a:gd name="T44" fmla="*/ 14640 w 257"/>
                <a:gd name="T45" fmla="*/ 17825 h 237"/>
                <a:gd name="T46" fmla="*/ 12674 w 257"/>
                <a:gd name="T47" fmla="*/ 16571 h 237"/>
                <a:gd name="T48" fmla="*/ 10997 w 257"/>
                <a:gd name="T49" fmla="*/ 15213 h 237"/>
                <a:gd name="T50" fmla="*/ 9415 w 257"/>
                <a:gd name="T51" fmla="*/ 13829 h 237"/>
                <a:gd name="T52" fmla="*/ 7984 w 257"/>
                <a:gd name="T53" fmla="*/ 12265 h 237"/>
                <a:gd name="T54" fmla="*/ 6810 w 257"/>
                <a:gd name="T55" fmla="*/ 10511 h 237"/>
                <a:gd name="T56" fmla="*/ 5618 w 257"/>
                <a:gd name="T57" fmla="*/ 8615 h 237"/>
                <a:gd name="T58" fmla="*/ 4298 w 257"/>
                <a:gd name="T59" fmla="*/ 6781 h 237"/>
                <a:gd name="T60" fmla="*/ 3013 w 257"/>
                <a:gd name="T61" fmla="*/ 4621 h 237"/>
                <a:gd name="T62" fmla="*/ 1579 w 257"/>
                <a:gd name="T63" fmla="*/ 2347 h 237"/>
                <a:gd name="T64" fmla="*/ 0 w 257"/>
                <a:gd name="T65" fmla="*/ 0 h 23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257" h="237">
                  <a:moveTo>
                    <a:pt x="0" y="0"/>
                  </a:moveTo>
                  <a:lnTo>
                    <a:pt x="0" y="25"/>
                  </a:lnTo>
                  <a:lnTo>
                    <a:pt x="3" y="50"/>
                  </a:lnTo>
                  <a:lnTo>
                    <a:pt x="6" y="75"/>
                  </a:lnTo>
                  <a:lnTo>
                    <a:pt x="11" y="98"/>
                  </a:lnTo>
                  <a:lnTo>
                    <a:pt x="18" y="119"/>
                  </a:lnTo>
                  <a:lnTo>
                    <a:pt x="27" y="141"/>
                  </a:lnTo>
                  <a:lnTo>
                    <a:pt x="38" y="161"/>
                  </a:lnTo>
                  <a:lnTo>
                    <a:pt x="51" y="178"/>
                  </a:lnTo>
                  <a:lnTo>
                    <a:pt x="67" y="194"/>
                  </a:lnTo>
                  <a:lnTo>
                    <a:pt x="86" y="208"/>
                  </a:lnTo>
                  <a:lnTo>
                    <a:pt x="106" y="219"/>
                  </a:lnTo>
                  <a:lnTo>
                    <a:pt x="131" y="228"/>
                  </a:lnTo>
                  <a:lnTo>
                    <a:pt x="158" y="234"/>
                  </a:lnTo>
                  <a:lnTo>
                    <a:pt x="188" y="237"/>
                  </a:lnTo>
                  <a:lnTo>
                    <a:pt x="220" y="236"/>
                  </a:lnTo>
                  <a:lnTo>
                    <a:pt x="257" y="232"/>
                  </a:lnTo>
                  <a:lnTo>
                    <a:pt x="224" y="227"/>
                  </a:lnTo>
                  <a:lnTo>
                    <a:pt x="195" y="220"/>
                  </a:lnTo>
                  <a:lnTo>
                    <a:pt x="170" y="212"/>
                  </a:lnTo>
                  <a:lnTo>
                    <a:pt x="148" y="204"/>
                  </a:lnTo>
                  <a:lnTo>
                    <a:pt x="128" y="193"/>
                  </a:lnTo>
                  <a:lnTo>
                    <a:pt x="112" y="182"/>
                  </a:lnTo>
                  <a:lnTo>
                    <a:pt x="97" y="169"/>
                  </a:lnTo>
                  <a:lnTo>
                    <a:pt x="84" y="155"/>
                  </a:lnTo>
                  <a:lnTo>
                    <a:pt x="72" y="141"/>
                  </a:lnTo>
                  <a:lnTo>
                    <a:pt x="61" y="125"/>
                  </a:lnTo>
                  <a:lnTo>
                    <a:pt x="52" y="107"/>
                  </a:lnTo>
                  <a:lnTo>
                    <a:pt x="43" y="88"/>
                  </a:lnTo>
                  <a:lnTo>
                    <a:pt x="33" y="69"/>
                  </a:lnTo>
                  <a:lnTo>
                    <a:pt x="23" y="47"/>
                  </a:lnTo>
                  <a:lnTo>
                    <a:pt x="1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" name="Freeform 39"/>
            <p:cNvSpPr>
              <a:spLocks/>
            </p:cNvSpPr>
            <p:nvPr userDrawn="1"/>
          </p:nvSpPr>
          <p:spPr bwMode="ltGray">
            <a:xfrm rot="9832527" flipV="1">
              <a:off x="1997" y="858"/>
              <a:ext cx="330" cy="278"/>
            </a:xfrm>
            <a:custGeom>
              <a:avLst/>
              <a:gdLst>
                <a:gd name="T0" fmla="*/ 10291 w 124"/>
                <a:gd name="T1" fmla="*/ 0 h 110"/>
                <a:gd name="T2" fmla="*/ 16551 w 124"/>
                <a:gd name="T3" fmla="*/ 11140 h 110"/>
                <a:gd name="T4" fmla="*/ 16000 w 124"/>
                <a:gd name="T5" fmla="*/ 11011 h 110"/>
                <a:gd name="T6" fmla="*/ 14286 w 124"/>
                <a:gd name="T7" fmla="*/ 10814 h 110"/>
                <a:gd name="T8" fmla="*/ 11891 w 124"/>
                <a:gd name="T9" fmla="*/ 10397 h 110"/>
                <a:gd name="T10" fmla="*/ 9086 w 124"/>
                <a:gd name="T11" fmla="*/ 10200 h 110"/>
                <a:gd name="T12" fmla="*/ 6012 w 124"/>
                <a:gd name="T13" fmla="*/ 9990 h 110"/>
                <a:gd name="T14" fmla="*/ 3356 w 124"/>
                <a:gd name="T15" fmla="*/ 10124 h 110"/>
                <a:gd name="T16" fmla="*/ 1203 w 124"/>
                <a:gd name="T17" fmla="*/ 10526 h 110"/>
                <a:gd name="T18" fmla="*/ 0 w 124"/>
                <a:gd name="T19" fmla="*/ 11350 h 110"/>
                <a:gd name="T20" fmla="*/ 546 w 124"/>
                <a:gd name="T21" fmla="*/ 10124 h 110"/>
                <a:gd name="T22" fmla="*/ 1057 w 124"/>
                <a:gd name="T23" fmla="*/ 9184 h 110"/>
                <a:gd name="T24" fmla="*/ 2145 w 124"/>
                <a:gd name="T25" fmla="*/ 8444 h 110"/>
                <a:gd name="T26" fmla="*/ 3356 w 124"/>
                <a:gd name="T27" fmla="*/ 7829 h 110"/>
                <a:gd name="T28" fmla="*/ 4809 w 124"/>
                <a:gd name="T29" fmla="*/ 7428 h 110"/>
                <a:gd name="T30" fmla="*/ 6275 w 124"/>
                <a:gd name="T31" fmla="*/ 7294 h 110"/>
                <a:gd name="T32" fmla="*/ 7875 w 124"/>
                <a:gd name="T33" fmla="*/ 7294 h 110"/>
                <a:gd name="T34" fmla="*/ 9631 w 124"/>
                <a:gd name="T35" fmla="*/ 7632 h 110"/>
                <a:gd name="T36" fmla="*/ 9724 w 124"/>
                <a:gd name="T37" fmla="*/ 7294 h 110"/>
                <a:gd name="T38" fmla="*/ 9328 w 124"/>
                <a:gd name="T39" fmla="*/ 5793 h 110"/>
                <a:gd name="T40" fmla="*/ 8931 w 124"/>
                <a:gd name="T41" fmla="*/ 3922 h 110"/>
                <a:gd name="T42" fmla="*/ 8668 w 124"/>
                <a:gd name="T43" fmla="*/ 3098 h 110"/>
                <a:gd name="T44" fmla="*/ 8428 w 124"/>
                <a:gd name="T45" fmla="*/ 3098 h 110"/>
                <a:gd name="T46" fmla="*/ 8125 w 124"/>
                <a:gd name="T47" fmla="*/ 2970 h 110"/>
                <a:gd name="T48" fmla="*/ 7875 w 124"/>
                <a:gd name="T49" fmla="*/ 2697 h 110"/>
                <a:gd name="T50" fmla="*/ 7635 w 124"/>
                <a:gd name="T51" fmla="*/ 2376 h 110"/>
                <a:gd name="T52" fmla="*/ 7635 w 124"/>
                <a:gd name="T53" fmla="*/ 1954 h 110"/>
                <a:gd name="T54" fmla="*/ 7875 w 124"/>
                <a:gd name="T55" fmla="*/ 1418 h 110"/>
                <a:gd name="T56" fmla="*/ 8817 w 124"/>
                <a:gd name="T57" fmla="*/ 824 h 110"/>
                <a:gd name="T58" fmla="*/ 10291 w 124"/>
                <a:gd name="T59" fmla="*/ 0 h 11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24" h="110">
                  <a:moveTo>
                    <a:pt x="77" y="0"/>
                  </a:moveTo>
                  <a:lnTo>
                    <a:pt x="124" y="108"/>
                  </a:lnTo>
                  <a:lnTo>
                    <a:pt x="120" y="107"/>
                  </a:lnTo>
                  <a:lnTo>
                    <a:pt x="107" y="105"/>
                  </a:lnTo>
                  <a:lnTo>
                    <a:pt x="89" y="101"/>
                  </a:lnTo>
                  <a:lnTo>
                    <a:pt x="68" y="99"/>
                  </a:lnTo>
                  <a:lnTo>
                    <a:pt x="45" y="97"/>
                  </a:lnTo>
                  <a:lnTo>
                    <a:pt x="25" y="98"/>
                  </a:lnTo>
                  <a:lnTo>
                    <a:pt x="9" y="102"/>
                  </a:lnTo>
                  <a:lnTo>
                    <a:pt x="0" y="110"/>
                  </a:lnTo>
                  <a:lnTo>
                    <a:pt x="4" y="98"/>
                  </a:lnTo>
                  <a:lnTo>
                    <a:pt x="8" y="89"/>
                  </a:lnTo>
                  <a:lnTo>
                    <a:pt x="16" y="82"/>
                  </a:lnTo>
                  <a:lnTo>
                    <a:pt x="25" y="76"/>
                  </a:lnTo>
                  <a:lnTo>
                    <a:pt x="36" y="72"/>
                  </a:lnTo>
                  <a:lnTo>
                    <a:pt x="47" y="71"/>
                  </a:lnTo>
                  <a:lnTo>
                    <a:pt x="59" y="71"/>
                  </a:lnTo>
                  <a:lnTo>
                    <a:pt x="72" y="74"/>
                  </a:lnTo>
                  <a:lnTo>
                    <a:pt x="73" y="71"/>
                  </a:lnTo>
                  <a:lnTo>
                    <a:pt x="70" y="56"/>
                  </a:lnTo>
                  <a:lnTo>
                    <a:pt x="67" y="38"/>
                  </a:lnTo>
                  <a:lnTo>
                    <a:pt x="65" y="30"/>
                  </a:lnTo>
                  <a:lnTo>
                    <a:pt x="63" y="30"/>
                  </a:lnTo>
                  <a:lnTo>
                    <a:pt x="61" y="29"/>
                  </a:lnTo>
                  <a:lnTo>
                    <a:pt x="59" y="26"/>
                  </a:lnTo>
                  <a:lnTo>
                    <a:pt x="57" y="23"/>
                  </a:lnTo>
                  <a:lnTo>
                    <a:pt x="57" y="19"/>
                  </a:lnTo>
                  <a:lnTo>
                    <a:pt x="59" y="14"/>
                  </a:lnTo>
                  <a:lnTo>
                    <a:pt x="66" y="8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0" name="Freeform 40"/>
            <p:cNvSpPr>
              <a:spLocks/>
            </p:cNvSpPr>
            <p:nvPr userDrawn="1"/>
          </p:nvSpPr>
          <p:spPr bwMode="ltGray">
            <a:xfrm rot="9832527" flipV="1">
              <a:off x="2224" y="808"/>
              <a:ext cx="123" cy="233"/>
            </a:xfrm>
            <a:custGeom>
              <a:avLst/>
              <a:gdLst>
                <a:gd name="T0" fmla="*/ 4246 w 46"/>
                <a:gd name="T1" fmla="*/ 0 h 94"/>
                <a:gd name="T2" fmla="*/ 2717 w 46"/>
                <a:gd name="T3" fmla="*/ 3552 h 94"/>
                <a:gd name="T4" fmla="*/ 2046 w 46"/>
                <a:gd name="T5" fmla="*/ 5818 h 94"/>
                <a:gd name="T6" fmla="*/ 1495 w 46"/>
                <a:gd name="T7" fmla="*/ 7404 h 94"/>
                <a:gd name="T8" fmla="*/ 0 w 46"/>
                <a:gd name="T9" fmla="*/ 8804 h 94"/>
                <a:gd name="T10" fmla="*/ 1644 w 46"/>
                <a:gd name="T11" fmla="*/ 8227 h 94"/>
                <a:gd name="T12" fmla="*/ 3174 w 46"/>
                <a:gd name="T13" fmla="*/ 7478 h 94"/>
                <a:gd name="T14" fmla="*/ 4396 w 46"/>
                <a:gd name="T15" fmla="*/ 6457 h 94"/>
                <a:gd name="T16" fmla="*/ 5471 w 46"/>
                <a:gd name="T17" fmla="*/ 5334 h 94"/>
                <a:gd name="T18" fmla="*/ 6134 w 46"/>
                <a:gd name="T19" fmla="*/ 4110 h 94"/>
                <a:gd name="T20" fmla="*/ 6292 w 46"/>
                <a:gd name="T21" fmla="*/ 2789 h 94"/>
                <a:gd name="T22" fmla="*/ 5720 w 46"/>
                <a:gd name="T23" fmla="*/ 1400 h 94"/>
                <a:gd name="T24" fmla="*/ 4246 w 46"/>
                <a:gd name="T25" fmla="*/ 0 h 9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6" h="94">
                  <a:moveTo>
                    <a:pt x="31" y="0"/>
                  </a:moveTo>
                  <a:lnTo>
                    <a:pt x="20" y="38"/>
                  </a:lnTo>
                  <a:lnTo>
                    <a:pt x="15" y="62"/>
                  </a:lnTo>
                  <a:lnTo>
                    <a:pt x="11" y="79"/>
                  </a:lnTo>
                  <a:lnTo>
                    <a:pt x="0" y="94"/>
                  </a:lnTo>
                  <a:lnTo>
                    <a:pt x="12" y="88"/>
                  </a:lnTo>
                  <a:lnTo>
                    <a:pt x="23" y="80"/>
                  </a:lnTo>
                  <a:lnTo>
                    <a:pt x="32" y="69"/>
                  </a:lnTo>
                  <a:lnTo>
                    <a:pt x="40" y="57"/>
                  </a:lnTo>
                  <a:lnTo>
                    <a:pt x="45" y="44"/>
                  </a:lnTo>
                  <a:lnTo>
                    <a:pt x="46" y="30"/>
                  </a:lnTo>
                  <a:lnTo>
                    <a:pt x="42" y="1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1" name="Freeform 41"/>
            <p:cNvSpPr>
              <a:spLocks/>
            </p:cNvSpPr>
            <p:nvPr userDrawn="1"/>
          </p:nvSpPr>
          <p:spPr bwMode="ltGray">
            <a:xfrm>
              <a:off x="1603" y="0"/>
              <a:ext cx="124" cy="121"/>
            </a:xfrm>
            <a:custGeom>
              <a:avLst/>
              <a:gdLst>
                <a:gd name="T0" fmla="*/ 124 w 124"/>
                <a:gd name="T1" fmla="*/ 0 h 121"/>
                <a:gd name="T2" fmla="*/ 113 w 124"/>
                <a:gd name="T3" fmla="*/ 9 h 121"/>
                <a:gd name="T4" fmla="*/ 99 w 124"/>
                <a:gd name="T5" fmla="*/ 25 h 121"/>
                <a:gd name="T6" fmla="*/ 81 w 124"/>
                <a:gd name="T7" fmla="*/ 41 h 121"/>
                <a:gd name="T8" fmla="*/ 63 w 124"/>
                <a:gd name="T9" fmla="*/ 54 h 121"/>
                <a:gd name="T10" fmla="*/ 41 w 124"/>
                <a:gd name="T11" fmla="*/ 66 h 121"/>
                <a:gd name="T12" fmla="*/ 22 w 124"/>
                <a:gd name="T13" fmla="*/ 74 h 121"/>
                <a:gd name="T14" fmla="*/ 0 w 124"/>
                <a:gd name="T15" fmla="*/ 75 h 121"/>
                <a:gd name="T16" fmla="*/ 10 w 124"/>
                <a:gd name="T17" fmla="*/ 96 h 121"/>
                <a:gd name="T18" fmla="*/ 23 w 124"/>
                <a:gd name="T19" fmla="*/ 113 h 121"/>
                <a:gd name="T20" fmla="*/ 41 w 124"/>
                <a:gd name="T21" fmla="*/ 121 h 121"/>
                <a:gd name="T22" fmla="*/ 60 w 124"/>
                <a:gd name="T23" fmla="*/ 121 h 121"/>
                <a:gd name="T24" fmla="*/ 83 w 124"/>
                <a:gd name="T25" fmla="*/ 111 h 121"/>
                <a:gd name="T26" fmla="*/ 101 w 124"/>
                <a:gd name="T27" fmla="*/ 88 h 121"/>
                <a:gd name="T28" fmla="*/ 116 w 124"/>
                <a:gd name="T29" fmla="*/ 53 h 121"/>
                <a:gd name="T30" fmla="*/ 124 w 124"/>
                <a:gd name="T31" fmla="*/ 0 h 12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24" h="121">
                  <a:moveTo>
                    <a:pt x="124" y="0"/>
                  </a:moveTo>
                  <a:lnTo>
                    <a:pt x="113" y="9"/>
                  </a:lnTo>
                  <a:lnTo>
                    <a:pt x="99" y="25"/>
                  </a:lnTo>
                  <a:lnTo>
                    <a:pt x="81" y="41"/>
                  </a:lnTo>
                  <a:lnTo>
                    <a:pt x="63" y="54"/>
                  </a:lnTo>
                  <a:lnTo>
                    <a:pt x="41" y="66"/>
                  </a:lnTo>
                  <a:lnTo>
                    <a:pt x="22" y="74"/>
                  </a:lnTo>
                  <a:lnTo>
                    <a:pt x="0" y="75"/>
                  </a:lnTo>
                  <a:lnTo>
                    <a:pt x="10" y="96"/>
                  </a:lnTo>
                  <a:lnTo>
                    <a:pt x="23" y="113"/>
                  </a:lnTo>
                  <a:lnTo>
                    <a:pt x="41" y="121"/>
                  </a:lnTo>
                  <a:lnTo>
                    <a:pt x="60" y="121"/>
                  </a:lnTo>
                  <a:lnTo>
                    <a:pt x="83" y="111"/>
                  </a:lnTo>
                  <a:lnTo>
                    <a:pt x="101" y="88"/>
                  </a:lnTo>
                  <a:lnTo>
                    <a:pt x="116" y="53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2" name="Freeform 42"/>
            <p:cNvSpPr>
              <a:spLocks/>
            </p:cNvSpPr>
            <p:nvPr userDrawn="1"/>
          </p:nvSpPr>
          <p:spPr bwMode="ltGray">
            <a:xfrm rot="9832527" flipV="1">
              <a:off x="2173" y="1238"/>
              <a:ext cx="393" cy="2300"/>
            </a:xfrm>
            <a:custGeom>
              <a:avLst/>
              <a:gdLst>
                <a:gd name="T0" fmla="*/ 0 w 149"/>
                <a:gd name="T1" fmla="*/ 0 h 704"/>
                <a:gd name="T2" fmla="*/ 773 w 149"/>
                <a:gd name="T3" fmla="*/ 2264 h 704"/>
                <a:gd name="T4" fmla="*/ 2039 w 149"/>
                <a:gd name="T5" fmla="*/ 5231 h 704"/>
                <a:gd name="T6" fmla="*/ 3577 w 149"/>
                <a:gd name="T7" fmla="*/ 8890 h 704"/>
                <a:gd name="T8" fmla="*/ 5230 w 149"/>
                <a:gd name="T9" fmla="*/ 13767 h 704"/>
                <a:gd name="T10" fmla="*/ 7417 w 149"/>
                <a:gd name="T11" fmla="*/ 19704 h 704"/>
                <a:gd name="T12" fmla="*/ 9342 w 149"/>
                <a:gd name="T13" fmla="*/ 26087 h 704"/>
                <a:gd name="T14" fmla="*/ 11228 w 149"/>
                <a:gd name="T15" fmla="*/ 33517 h 704"/>
                <a:gd name="T16" fmla="*/ 12774 w 149"/>
                <a:gd name="T17" fmla="*/ 42053 h 704"/>
                <a:gd name="T18" fmla="*/ 14275 w 149"/>
                <a:gd name="T19" fmla="*/ 51051 h 704"/>
                <a:gd name="T20" fmla="*/ 15340 w 149"/>
                <a:gd name="T21" fmla="*/ 61404 h 704"/>
                <a:gd name="T22" fmla="*/ 15820 w 149"/>
                <a:gd name="T23" fmla="*/ 72911 h 704"/>
                <a:gd name="T24" fmla="*/ 16076 w 149"/>
                <a:gd name="T25" fmla="*/ 84878 h 704"/>
                <a:gd name="T26" fmla="*/ 15340 w 149"/>
                <a:gd name="T27" fmla="*/ 98302 h 704"/>
                <a:gd name="T28" fmla="*/ 13892 w 149"/>
                <a:gd name="T29" fmla="*/ 112458 h 704"/>
                <a:gd name="T30" fmla="*/ 11764 w 149"/>
                <a:gd name="T31" fmla="*/ 127238 h 704"/>
                <a:gd name="T32" fmla="*/ 8572 w 149"/>
                <a:gd name="T33" fmla="*/ 143665 h 704"/>
                <a:gd name="T34" fmla="*/ 4988 w 149"/>
                <a:gd name="T35" fmla="*/ 162219 h 704"/>
                <a:gd name="T36" fmla="*/ 2659 w 149"/>
                <a:gd name="T37" fmla="*/ 179446 h 704"/>
                <a:gd name="T38" fmla="*/ 1266 w 149"/>
                <a:gd name="T39" fmla="*/ 195379 h 704"/>
                <a:gd name="T40" fmla="*/ 773 w 149"/>
                <a:gd name="T41" fmla="*/ 210653 h 704"/>
                <a:gd name="T42" fmla="*/ 773 w 149"/>
                <a:gd name="T43" fmla="*/ 225233 h 704"/>
                <a:gd name="T44" fmla="*/ 1008 w 149"/>
                <a:gd name="T45" fmla="*/ 238553 h 704"/>
                <a:gd name="T46" fmla="*/ 1546 w 149"/>
                <a:gd name="T47" fmla="*/ 250511 h 704"/>
                <a:gd name="T48" fmla="*/ 1794 w 149"/>
                <a:gd name="T49" fmla="*/ 262027 h 704"/>
                <a:gd name="T50" fmla="*/ 5230 w 149"/>
                <a:gd name="T51" fmla="*/ 256091 h 704"/>
                <a:gd name="T52" fmla="*/ 4988 w 149"/>
                <a:gd name="T53" fmla="*/ 253124 h 704"/>
                <a:gd name="T54" fmla="*/ 4605 w 149"/>
                <a:gd name="T55" fmla="*/ 244480 h 704"/>
                <a:gd name="T56" fmla="*/ 4202 w 149"/>
                <a:gd name="T57" fmla="*/ 231509 h 704"/>
                <a:gd name="T58" fmla="*/ 4460 w 149"/>
                <a:gd name="T59" fmla="*/ 214070 h 704"/>
                <a:gd name="T60" fmla="*/ 5230 w 149"/>
                <a:gd name="T61" fmla="*/ 193223 h 704"/>
                <a:gd name="T62" fmla="*/ 7417 w 149"/>
                <a:gd name="T63" fmla="*/ 169400 h 704"/>
                <a:gd name="T64" fmla="*/ 10991 w 149"/>
                <a:gd name="T65" fmla="*/ 143665 h 704"/>
                <a:gd name="T66" fmla="*/ 16461 w 149"/>
                <a:gd name="T67" fmla="*/ 116536 h 704"/>
                <a:gd name="T68" fmla="*/ 18242 w 149"/>
                <a:gd name="T69" fmla="*/ 103918 h 704"/>
                <a:gd name="T70" fmla="*/ 19028 w 149"/>
                <a:gd name="T71" fmla="*/ 87491 h 704"/>
                <a:gd name="T72" fmla="*/ 18387 w 149"/>
                <a:gd name="T73" fmla="*/ 68451 h 704"/>
                <a:gd name="T74" fmla="*/ 16751 w 149"/>
                <a:gd name="T75" fmla="*/ 49898 h 704"/>
                <a:gd name="T76" fmla="*/ 13892 w 149"/>
                <a:gd name="T77" fmla="*/ 31658 h 704"/>
                <a:gd name="T78" fmla="*/ 10353 w 149"/>
                <a:gd name="T79" fmla="*/ 16394 h 704"/>
                <a:gd name="T80" fmla="*/ 5615 w 149"/>
                <a:gd name="T81" fmla="*/ 5231 h 704"/>
                <a:gd name="T82" fmla="*/ 0 w 149"/>
                <a:gd name="T83" fmla="*/ 0 h 70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149" h="704">
                  <a:moveTo>
                    <a:pt x="0" y="0"/>
                  </a:moveTo>
                  <a:lnTo>
                    <a:pt x="6" y="6"/>
                  </a:lnTo>
                  <a:lnTo>
                    <a:pt x="16" y="14"/>
                  </a:lnTo>
                  <a:lnTo>
                    <a:pt x="28" y="24"/>
                  </a:lnTo>
                  <a:lnTo>
                    <a:pt x="41" y="37"/>
                  </a:lnTo>
                  <a:lnTo>
                    <a:pt x="58" y="53"/>
                  </a:lnTo>
                  <a:lnTo>
                    <a:pt x="73" y="70"/>
                  </a:lnTo>
                  <a:lnTo>
                    <a:pt x="88" y="90"/>
                  </a:lnTo>
                  <a:lnTo>
                    <a:pt x="100" y="113"/>
                  </a:lnTo>
                  <a:lnTo>
                    <a:pt x="112" y="137"/>
                  </a:lnTo>
                  <a:lnTo>
                    <a:pt x="120" y="165"/>
                  </a:lnTo>
                  <a:lnTo>
                    <a:pt x="124" y="196"/>
                  </a:lnTo>
                  <a:lnTo>
                    <a:pt x="126" y="228"/>
                  </a:lnTo>
                  <a:lnTo>
                    <a:pt x="120" y="264"/>
                  </a:lnTo>
                  <a:lnTo>
                    <a:pt x="109" y="302"/>
                  </a:lnTo>
                  <a:lnTo>
                    <a:pt x="92" y="342"/>
                  </a:lnTo>
                  <a:lnTo>
                    <a:pt x="67" y="386"/>
                  </a:lnTo>
                  <a:lnTo>
                    <a:pt x="39" y="436"/>
                  </a:lnTo>
                  <a:lnTo>
                    <a:pt x="21" y="482"/>
                  </a:lnTo>
                  <a:lnTo>
                    <a:pt x="10" y="525"/>
                  </a:lnTo>
                  <a:lnTo>
                    <a:pt x="6" y="566"/>
                  </a:lnTo>
                  <a:lnTo>
                    <a:pt x="6" y="605"/>
                  </a:lnTo>
                  <a:lnTo>
                    <a:pt x="8" y="641"/>
                  </a:lnTo>
                  <a:lnTo>
                    <a:pt x="12" y="673"/>
                  </a:lnTo>
                  <a:lnTo>
                    <a:pt x="14" y="704"/>
                  </a:lnTo>
                  <a:lnTo>
                    <a:pt x="41" y="688"/>
                  </a:lnTo>
                  <a:lnTo>
                    <a:pt x="39" y="680"/>
                  </a:lnTo>
                  <a:lnTo>
                    <a:pt x="36" y="657"/>
                  </a:lnTo>
                  <a:lnTo>
                    <a:pt x="33" y="622"/>
                  </a:lnTo>
                  <a:lnTo>
                    <a:pt x="35" y="575"/>
                  </a:lnTo>
                  <a:lnTo>
                    <a:pt x="41" y="519"/>
                  </a:lnTo>
                  <a:lnTo>
                    <a:pt x="58" y="455"/>
                  </a:lnTo>
                  <a:lnTo>
                    <a:pt x="86" y="386"/>
                  </a:lnTo>
                  <a:lnTo>
                    <a:pt x="129" y="313"/>
                  </a:lnTo>
                  <a:lnTo>
                    <a:pt x="143" y="279"/>
                  </a:lnTo>
                  <a:lnTo>
                    <a:pt x="149" y="235"/>
                  </a:lnTo>
                  <a:lnTo>
                    <a:pt x="144" y="184"/>
                  </a:lnTo>
                  <a:lnTo>
                    <a:pt x="131" y="134"/>
                  </a:lnTo>
                  <a:lnTo>
                    <a:pt x="109" y="85"/>
                  </a:lnTo>
                  <a:lnTo>
                    <a:pt x="81" y="44"/>
                  </a:lnTo>
                  <a:lnTo>
                    <a:pt x="44" y="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3" name="Freeform 43"/>
            <p:cNvSpPr>
              <a:spLocks/>
            </p:cNvSpPr>
            <p:nvPr userDrawn="1"/>
          </p:nvSpPr>
          <p:spPr bwMode="ltGray">
            <a:xfrm>
              <a:off x="0" y="1848"/>
              <a:ext cx="36" cy="132"/>
            </a:xfrm>
            <a:custGeom>
              <a:avLst/>
              <a:gdLst>
                <a:gd name="T0" fmla="*/ 0 w 36"/>
                <a:gd name="T1" fmla="*/ 0 h 132"/>
                <a:gd name="T2" fmla="*/ 36 w 36"/>
                <a:gd name="T3" fmla="*/ 12 h 132"/>
                <a:gd name="T4" fmla="*/ 0 w 36"/>
                <a:gd name="T5" fmla="*/ 132 h 132"/>
                <a:gd name="T6" fmla="*/ 0 w 36"/>
                <a:gd name="T7" fmla="*/ 0 h 1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6" h="132">
                  <a:moveTo>
                    <a:pt x="0" y="0"/>
                  </a:moveTo>
                  <a:lnTo>
                    <a:pt x="36" y="12"/>
                  </a:lnTo>
                  <a:lnTo>
                    <a:pt x="0" y="1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12687" name="Rectangle 47"/>
          <p:cNvSpPr>
            <a:spLocks noGrp="1" noChangeArrowheads="1"/>
          </p:cNvSpPr>
          <p:nvPr>
            <p:ph type="ctrTitle"/>
          </p:nvPr>
        </p:nvSpPr>
        <p:spPr>
          <a:xfrm>
            <a:off x="2455863" y="596900"/>
            <a:ext cx="6192837" cy="3581400"/>
          </a:xfrm>
          <a:extLst/>
        </p:spPr>
        <p:txBody>
          <a:bodyPr anchor="ctr"/>
          <a:lstStyle>
            <a:lvl1pPr>
              <a:defRPr sz="6000"/>
            </a:lvl1pPr>
          </a:lstStyle>
          <a:p>
            <a:pPr lvl="0"/>
            <a:r>
              <a:rPr lang="en-US" altLang="en-US" noProof="0" smtClean="0"/>
              <a:t>Click to edit Master title style</a:t>
            </a:r>
          </a:p>
        </p:txBody>
      </p:sp>
      <p:sp>
        <p:nvSpPr>
          <p:cNvPr id="112688" name="Rectangle 48"/>
          <p:cNvSpPr>
            <a:spLocks noGrp="1" noChangeArrowheads="1"/>
          </p:cNvSpPr>
          <p:nvPr>
            <p:ph type="subTitle" idx="1"/>
          </p:nvPr>
        </p:nvSpPr>
        <p:spPr>
          <a:xfrm>
            <a:off x="2489200" y="4279900"/>
            <a:ext cx="6146800" cy="1485900"/>
          </a:xfrm>
        </p:spPr>
        <p:txBody>
          <a:bodyPr/>
          <a:lstStyle>
            <a:lvl1pPr marL="0" indent="0" algn="ctr">
              <a:buFontTx/>
              <a:buNone/>
              <a:defRPr b="1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en-US" altLang="en-US" noProof="0" smtClean="0"/>
              <a:t>Click to edit Master subtitle style</a:t>
            </a:r>
          </a:p>
        </p:txBody>
      </p:sp>
      <p:sp>
        <p:nvSpPr>
          <p:cNvPr id="46" name="Rectangle 4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7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MAINAK     CS422</a:t>
            </a:r>
          </a:p>
        </p:txBody>
      </p:sp>
      <p:sp>
        <p:nvSpPr>
          <p:cNvPr id="48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8CE19A-3A5D-4977-8AF6-9901CECA151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5541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MAINAK     CS422</a:t>
            </a:r>
          </a:p>
        </p:txBody>
      </p:sp>
      <p:sp>
        <p:nvSpPr>
          <p:cNvPr id="6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2760934-1E00-4BE8-B5C4-9328ABBC042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4422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MAINAK     CS422</a:t>
            </a:r>
          </a:p>
        </p:txBody>
      </p:sp>
      <p:sp>
        <p:nvSpPr>
          <p:cNvPr id="6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6A214A-2F6D-44FE-B804-E1FAD56D81C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0132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4561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561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MAINAK     CS422</a:t>
            </a:r>
          </a:p>
        </p:txBody>
      </p:sp>
      <p:sp>
        <p:nvSpPr>
          <p:cNvPr id="7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FBF87F-AD35-4F85-95CC-67C37EC8416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7586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MAINAK     CS422</a:t>
            </a:r>
          </a:p>
        </p:txBody>
      </p:sp>
      <p:sp>
        <p:nvSpPr>
          <p:cNvPr id="9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FA17F8-57CE-455B-9EE1-2060D1A4C8D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3832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MAINAK     CS422</a:t>
            </a:r>
          </a:p>
        </p:txBody>
      </p:sp>
      <p:sp>
        <p:nvSpPr>
          <p:cNvPr id="5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5197D5-9927-4649-A562-C577147B19A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4615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MAINAK     CS422</a:t>
            </a:r>
          </a:p>
        </p:txBody>
      </p:sp>
      <p:sp>
        <p:nvSpPr>
          <p:cNvPr id="4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EF468B-C546-4214-8206-CE0AC25F3CE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8093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MAINAK     CS422</a:t>
            </a:r>
          </a:p>
        </p:txBody>
      </p:sp>
      <p:sp>
        <p:nvSpPr>
          <p:cNvPr id="7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915D81-A76F-4180-9865-E63AFD1DF8E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9577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MAINAK     CS422</a:t>
            </a:r>
          </a:p>
        </p:txBody>
      </p:sp>
      <p:sp>
        <p:nvSpPr>
          <p:cNvPr id="7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C71E3D-F84B-4069-97DA-ABCD9621D60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3940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MAINAK     CS422</a:t>
            </a:r>
          </a:p>
        </p:txBody>
      </p:sp>
      <p:sp>
        <p:nvSpPr>
          <p:cNvPr id="6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FAD4F8-C381-4F57-9DAC-D4487349466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2000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6225" y="103188"/>
            <a:ext cx="2060575" cy="59531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2913" y="103188"/>
            <a:ext cx="6030912" cy="59531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MAINAK     CS422</a:t>
            </a:r>
          </a:p>
        </p:txBody>
      </p:sp>
      <p:sp>
        <p:nvSpPr>
          <p:cNvPr id="6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DDCD7F-D9C9-4B52-AC32-93E6A5E39C4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0578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MAINAK     CS422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53481CA-7CB8-40A1-A408-3B5A627393E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46398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MAINAK     CS422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DAB4CB-B13F-4CC8-B3C1-E7178ECD8C8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48826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MAINAK     CS422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18A6ED-084A-45FF-8BF9-24FCEFE88AA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89302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MAINAK     CS422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418FEBD-52D6-4762-BD5A-C2DC76AB422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32349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MAINAK     CS422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94661B5-4C50-45F0-B802-C5BF335BF64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92711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MAINAK     CS422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208C61F-9FD2-4422-9711-139BE2B3F07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02473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MAINAK     CS422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28652FE-43C8-4E32-8139-F15BAEDC195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88579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MAINAK     CS422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A72770C-AF9A-44B2-B04E-CB523802FF5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75735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MAINAK     CS422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6071C2A-B912-4D7C-9301-8D5DDFA4692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87681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MAINAK     CS422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1D2293B-F4AC-4E0E-9AB9-90AE33588FC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80225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MAINAK     CS422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B47AE3-11CC-49E9-B327-B6D5CE0007D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7098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-7938" y="0"/>
            <a:ext cx="2833688" cy="6856413"/>
            <a:chOff x="-5" y="0"/>
            <a:chExt cx="1785" cy="4319"/>
          </a:xfrm>
        </p:grpSpPr>
        <p:sp>
          <p:nvSpPr>
            <p:cNvPr id="1032" name="Freeform 3"/>
            <p:cNvSpPr>
              <a:spLocks/>
            </p:cNvSpPr>
            <p:nvPr/>
          </p:nvSpPr>
          <p:spPr bwMode="ltGray">
            <a:xfrm>
              <a:off x="-5" y="3262"/>
              <a:ext cx="472" cy="802"/>
            </a:xfrm>
            <a:custGeom>
              <a:avLst/>
              <a:gdLst>
                <a:gd name="T0" fmla="*/ 5 w 472"/>
                <a:gd name="T1" fmla="*/ 32 h 802"/>
                <a:gd name="T2" fmla="*/ 189 w 472"/>
                <a:gd name="T3" fmla="*/ 26 h 802"/>
                <a:gd name="T4" fmla="*/ 309 w 472"/>
                <a:gd name="T5" fmla="*/ 66 h 802"/>
                <a:gd name="T6" fmla="*/ 357 w 472"/>
                <a:gd name="T7" fmla="*/ 98 h 802"/>
                <a:gd name="T8" fmla="*/ 413 w 472"/>
                <a:gd name="T9" fmla="*/ 162 h 802"/>
                <a:gd name="T10" fmla="*/ 437 w 472"/>
                <a:gd name="T11" fmla="*/ 250 h 802"/>
                <a:gd name="T12" fmla="*/ 397 w 472"/>
                <a:gd name="T13" fmla="*/ 530 h 802"/>
                <a:gd name="T14" fmla="*/ 341 w 472"/>
                <a:gd name="T15" fmla="*/ 634 h 802"/>
                <a:gd name="T16" fmla="*/ 173 w 472"/>
                <a:gd name="T17" fmla="*/ 714 h 802"/>
                <a:gd name="T18" fmla="*/ 77 w 472"/>
                <a:gd name="T19" fmla="*/ 730 h 802"/>
                <a:gd name="T20" fmla="*/ 69 w 472"/>
                <a:gd name="T21" fmla="*/ 802 h 802"/>
                <a:gd name="T22" fmla="*/ 7 w 472"/>
                <a:gd name="T23" fmla="*/ 788 h 802"/>
                <a:gd name="T24" fmla="*/ 5 w 472"/>
                <a:gd name="T25" fmla="*/ 751 h 802"/>
                <a:gd name="T26" fmla="*/ 37 w 472"/>
                <a:gd name="T27" fmla="*/ 722 h 802"/>
                <a:gd name="T28" fmla="*/ 5 w 472"/>
                <a:gd name="T29" fmla="*/ 670 h 802"/>
                <a:gd name="T30" fmla="*/ 5 w 472"/>
                <a:gd name="T31" fmla="*/ 32 h 80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72" h="802">
                  <a:moveTo>
                    <a:pt x="5" y="32"/>
                  </a:moveTo>
                  <a:cubicBezTo>
                    <a:pt x="101" y="0"/>
                    <a:pt x="20" y="17"/>
                    <a:pt x="189" y="26"/>
                  </a:cubicBezTo>
                  <a:cubicBezTo>
                    <a:pt x="221" y="37"/>
                    <a:pt x="280" y="47"/>
                    <a:pt x="309" y="66"/>
                  </a:cubicBezTo>
                  <a:cubicBezTo>
                    <a:pt x="325" y="77"/>
                    <a:pt x="357" y="98"/>
                    <a:pt x="357" y="98"/>
                  </a:cubicBezTo>
                  <a:cubicBezTo>
                    <a:pt x="394" y="154"/>
                    <a:pt x="373" y="135"/>
                    <a:pt x="413" y="162"/>
                  </a:cubicBezTo>
                  <a:cubicBezTo>
                    <a:pt x="433" y="223"/>
                    <a:pt x="426" y="193"/>
                    <a:pt x="437" y="250"/>
                  </a:cubicBezTo>
                  <a:cubicBezTo>
                    <a:pt x="433" y="370"/>
                    <a:pt x="472" y="455"/>
                    <a:pt x="397" y="530"/>
                  </a:cubicBezTo>
                  <a:cubicBezTo>
                    <a:pt x="385" y="567"/>
                    <a:pt x="368" y="607"/>
                    <a:pt x="341" y="634"/>
                  </a:cubicBezTo>
                  <a:cubicBezTo>
                    <a:pt x="319" y="701"/>
                    <a:pt x="233" y="707"/>
                    <a:pt x="173" y="714"/>
                  </a:cubicBezTo>
                  <a:cubicBezTo>
                    <a:pt x="142" y="724"/>
                    <a:pt x="100" y="707"/>
                    <a:pt x="77" y="730"/>
                  </a:cubicBezTo>
                  <a:cubicBezTo>
                    <a:pt x="60" y="747"/>
                    <a:pt x="72" y="778"/>
                    <a:pt x="69" y="802"/>
                  </a:cubicBezTo>
                  <a:cubicBezTo>
                    <a:pt x="53" y="799"/>
                    <a:pt x="23" y="792"/>
                    <a:pt x="7" y="788"/>
                  </a:cubicBezTo>
                  <a:cubicBezTo>
                    <a:pt x="5" y="788"/>
                    <a:pt x="0" y="762"/>
                    <a:pt x="5" y="751"/>
                  </a:cubicBezTo>
                  <a:cubicBezTo>
                    <a:pt x="10" y="740"/>
                    <a:pt x="37" y="735"/>
                    <a:pt x="37" y="722"/>
                  </a:cubicBezTo>
                  <a:cubicBezTo>
                    <a:pt x="26" y="682"/>
                    <a:pt x="22" y="685"/>
                    <a:pt x="5" y="670"/>
                  </a:cubicBezTo>
                  <a:cubicBezTo>
                    <a:pt x="5" y="541"/>
                    <a:pt x="5" y="233"/>
                    <a:pt x="5" y="32"/>
                  </a:cubicBezTo>
                  <a:close/>
                </a:path>
              </a:pathLst>
            </a:custGeom>
            <a:solidFill>
              <a:schemeClr val="folHlink">
                <a:alpha val="50195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1033" name="Group 4"/>
            <p:cNvGrpSpPr>
              <a:grpSpLocks/>
            </p:cNvGrpSpPr>
            <p:nvPr/>
          </p:nvGrpSpPr>
          <p:grpSpPr bwMode="auto">
            <a:xfrm rot="14964908" flipH="1">
              <a:off x="104" y="2441"/>
              <a:ext cx="452" cy="444"/>
              <a:chOff x="1727" y="866"/>
              <a:chExt cx="129" cy="157"/>
            </a:xfrm>
          </p:grpSpPr>
          <p:sp>
            <p:nvSpPr>
              <p:cNvPr id="1071" name="Freeform 5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2 w 83"/>
                  <a:gd name="T1" fmla="*/ 1 h 117"/>
                  <a:gd name="T2" fmla="*/ 0 w 83"/>
                  <a:gd name="T3" fmla="*/ 0 h 117"/>
                  <a:gd name="T4" fmla="*/ 0 w 83"/>
                  <a:gd name="T5" fmla="*/ 4 h 117"/>
                  <a:gd name="T6" fmla="*/ 2 w 83"/>
                  <a:gd name="T7" fmla="*/ 1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072" name="Freeform 6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4 h 98"/>
                  <a:gd name="T2" fmla="*/ 4 w 140"/>
                  <a:gd name="T3" fmla="*/ 0 h 98"/>
                  <a:gd name="T4" fmla="*/ 5 w 140"/>
                  <a:gd name="T5" fmla="*/ 2 h 98"/>
                  <a:gd name="T6" fmla="*/ 0 w 140"/>
                  <a:gd name="T7" fmla="*/ 4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073" name="Freeform 7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1 h 49"/>
                  <a:gd name="T2" fmla="*/ 5 w 145"/>
                  <a:gd name="T3" fmla="*/ 0 h 49"/>
                  <a:gd name="T4" fmla="*/ 5 w 145"/>
                  <a:gd name="T5" fmla="*/ 2 h 49"/>
                  <a:gd name="T6" fmla="*/ 0 w 145"/>
                  <a:gd name="T7" fmla="*/ 1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1034" name="Freeform 8"/>
            <p:cNvSpPr>
              <a:spLocks/>
            </p:cNvSpPr>
            <p:nvPr/>
          </p:nvSpPr>
          <p:spPr bwMode="ltGray">
            <a:xfrm>
              <a:off x="90" y="1736"/>
              <a:ext cx="710" cy="768"/>
            </a:xfrm>
            <a:custGeom>
              <a:avLst/>
              <a:gdLst>
                <a:gd name="T0" fmla="*/ 14 w 710"/>
                <a:gd name="T1" fmla="*/ 416 h 768"/>
                <a:gd name="T2" fmla="*/ 14 w 710"/>
                <a:gd name="T3" fmla="*/ 272 h 768"/>
                <a:gd name="T4" fmla="*/ 102 w 710"/>
                <a:gd name="T5" fmla="*/ 144 h 768"/>
                <a:gd name="T6" fmla="*/ 150 w 710"/>
                <a:gd name="T7" fmla="*/ 96 h 768"/>
                <a:gd name="T8" fmla="*/ 198 w 710"/>
                <a:gd name="T9" fmla="*/ 64 h 768"/>
                <a:gd name="T10" fmla="*/ 350 w 710"/>
                <a:gd name="T11" fmla="*/ 0 h 768"/>
                <a:gd name="T12" fmla="*/ 534 w 710"/>
                <a:gd name="T13" fmla="*/ 8 h 768"/>
                <a:gd name="T14" fmla="*/ 662 w 710"/>
                <a:gd name="T15" fmla="*/ 96 h 768"/>
                <a:gd name="T16" fmla="*/ 710 w 710"/>
                <a:gd name="T17" fmla="*/ 200 h 768"/>
                <a:gd name="T18" fmla="*/ 702 w 710"/>
                <a:gd name="T19" fmla="*/ 400 h 768"/>
                <a:gd name="T20" fmla="*/ 678 w 710"/>
                <a:gd name="T21" fmla="*/ 448 h 768"/>
                <a:gd name="T22" fmla="*/ 550 w 710"/>
                <a:gd name="T23" fmla="*/ 632 h 768"/>
                <a:gd name="T24" fmla="*/ 518 w 710"/>
                <a:gd name="T25" fmla="*/ 656 h 768"/>
                <a:gd name="T26" fmla="*/ 470 w 710"/>
                <a:gd name="T27" fmla="*/ 664 h 768"/>
                <a:gd name="T28" fmla="*/ 518 w 710"/>
                <a:gd name="T29" fmla="*/ 680 h 768"/>
                <a:gd name="T30" fmla="*/ 566 w 710"/>
                <a:gd name="T31" fmla="*/ 696 h 768"/>
                <a:gd name="T32" fmla="*/ 574 w 710"/>
                <a:gd name="T33" fmla="*/ 720 h 768"/>
                <a:gd name="T34" fmla="*/ 526 w 710"/>
                <a:gd name="T35" fmla="*/ 736 h 768"/>
                <a:gd name="T36" fmla="*/ 502 w 710"/>
                <a:gd name="T37" fmla="*/ 752 h 768"/>
                <a:gd name="T38" fmla="*/ 454 w 710"/>
                <a:gd name="T39" fmla="*/ 768 h 768"/>
                <a:gd name="T40" fmla="*/ 438 w 710"/>
                <a:gd name="T41" fmla="*/ 712 h 768"/>
                <a:gd name="T42" fmla="*/ 246 w 710"/>
                <a:gd name="T43" fmla="*/ 688 h 768"/>
                <a:gd name="T44" fmla="*/ 134 w 710"/>
                <a:gd name="T45" fmla="*/ 648 h 768"/>
                <a:gd name="T46" fmla="*/ 110 w 710"/>
                <a:gd name="T47" fmla="*/ 624 h 768"/>
                <a:gd name="T48" fmla="*/ 78 w 710"/>
                <a:gd name="T49" fmla="*/ 576 h 768"/>
                <a:gd name="T50" fmla="*/ 54 w 710"/>
                <a:gd name="T51" fmla="*/ 464 h 768"/>
                <a:gd name="T52" fmla="*/ 30 w 710"/>
                <a:gd name="T53" fmla="*/ 408 h 768"/>
                <a:gd name="T54" fmla="*/ 22 w 710"/>
                <a:gd name="T55" fmla="*/ 384 h 768"/>
                <a:gd name="T56" fmla="*/ 14 w 710"/>
                <a:gd name="T57" fmla="*/ 416 h 768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710" h="768">
                  <a:moveTo>
                    <a:pt x="14" y="416"/>
                  </a:moveTo>
                  <a:cubicBezTo>
                    <a:pt x="6" y="353"/>
                    <a:pt x="0" y="339"/>
                    <a:pt x="14" y="272"/>
                  </a:cubicBezTo>
                  <a:cubicBezTo>
                    <a:pt x="24" y="227"/>
                    <a:pt x="72" y="178"/>
                    <a:pt x="102" y="144"/>
                  </a:cubicBezTo>
                  <a:cubicBezTo>
                    <a:pt x="117" y="127"/>
                    <a:pt x="134" y="112"/>
                    <a:pt x="150" y="96"/>
                  </a:cubicBezTo>
                  <a:cubicBezTo>
                    <a:pt x="164" y="82"/>
                    <a:pt x="198" y="64"/>
                    <a:pt x="198" y="64"/>
                  </a:cubicBezTo>
                  <a:cubicBezTo>
                    <a:pt x="231" y="14"/>
                    <a:pt x="294" y="7"/>
                    <a:pt x="350" y="0"/>
                  </a:cubicBezTo>
                  <a:cubicBezTo>
                    <a:pt x="411" y="3"/>
                    <a:pt x="473" y="1"/>
                    <a:pt x="534" y="8"/>
                  </a:cubicBezTo>
                  <a:cubicBezTo>
                    <a:pt x="582" y="13"/>
                    <a:pt x="624" y="71"/>
                    <a:pt x="662" y="96"/>
                  </a:cubicBezTo>
                  <a:cubicBezTo>
                    <a:pt x="691" y="140"/>
                    <a:pt x="698" y="151"/>
                    <a:pt x="710" y="200"/>
                  </a:cubicBezTo>
                  <a:cubicBezTo>
                    <a:pt x="707" y="267"/>
                    <a:pt x="707" y="333"/>
                    <a:pt x="702" y="400"/>
                  </a:cubicBezTo>
                  <a:cubicBezTo>
                    <a:pt x="700" y="423"/>
                    <a:pt x="688" y="428"/>
                    <a:pt x="678" y="448"/>
                  </a:cubicBezTo>
                  <a:cubicBezTo>
                    <a:pt x="646" y="512"/>
                    <a:pt x="626" y="607"/>
                    <a:pt x="550" y="632"/>
                  </a:cubicBezTo>
                  <a:cubicBezTo>
                    <a:pt x="539" y="640"/>
                    <a:pt x="530" y="651"/>
                    <a:pt x="518" y="656"/>
                  </a:cubicBezTo>
                  <a:cubicBezTo>
                    <a:pt x="503" y="662"/>
                    <a:pt x="470" y="648"/>
                    <a:pt x="470" y="664"/>
                  </a:cubicBezTo>
                  <a:cubicBezTo>
                    <a:pt x="470" y="681"/>
                    <a:pt x="502" y="675"/>
                    <a:pt x="518" y="680"/>
                  </a:cubicBezTo>
                  <a:cubicBezTo>
                    <a:pt x="534" y="685"/>
                    <a:pt x="566" y="696"/>
                    <a:pt x="566" y="696"/>
                  </a:cubicBezTo>
                  <a:cubicBezTo>
                    <a:pt x="569" y="704"/>
                    <a:pt x="580" y="714"/>
                    <a:pt x="574" y="720"/>
                  </a:cubicBezTo>
                  <a:cubicBezTo>
                    <a:pt x="562" y="732"/>
                    <a:pt x="542" y="731"/>
                    <a:pt x="526" y="736"/>
                  </a:cubicBezTo>
                  <a:cubicBezTo>
                    <a:pt x="517" y="739"/>
                    <a:pt x="511" y="748"/>
                    <a:pt x="502" y="752"/>
                  </a:cubicBezTo>
                  <a:cubicBezTo>
                    <a:pt x="487" y="759"/>
                    <a:pt x="454" y="768"/>
                    <a:pt x="454" y="768"/>
                  </a:cubicBezTo>
                  <a:cubicBezTo>
                    <a:pt x="448" y="750"/>
                    <a:pt x="453" y="725"/>
                    <a:pt x="438" y="712"/>
                  </a:cubicBezTo>
                  <a:cubicBezTo>
                    <a:pt x="407" y="685"/>
                    <a:pt x="256" y="689"/>
                    <a:pt x="246" y="688"/>
                  </a:cubicBezTo>
                  <a:cubicBezTo>
                    <a:pt x="207" y="680"/>
                    <a:pt x="166" y="674"/>
                    <a:pt x="134" y="648"/>
                  </a:cubicBezTo>
                  <a:cubicBezTo>
                    <a:pt x="125" y="641"/>
                    <a:pt x="117" y="633"/>
                    <a:pt x="110" y="624"/>
                  </a:cubicBezTo>
                  <a:cubicBezTo>
                    <a:pt x="98" y="609"/>
                    <a:pt x="78" y="576"/>
                    <a:pt x="78" y="576"/>
                  </a:cubicBezTo>
                  <a:cubicBezTo>
                    <a:pt x="66" y="506"/>
                    <a:pt x="74" y="544"/>
                    <a:pt x="54" y="464"/>
                  </a:cubicBezTo>
                  <a:cubicBezTo>
                    <a:pt x="37" y="397"/>
                    <a:pt x="58" y="463"/>
                    <a:pt x="30" y="408"/>
                  </a:cubicBezTo>
                  <a:cubicBezTo>
                    <a:pt x="26" y="400"/>
                    <a:pt x="30" y="380"/>
                    <a:pt x="22" y="384"/>
                  </a:cubicBezTo>
                  <a:cubicBezTo>
                    <a:pt x="12" y="389"/>
                    <a:pt x="17" y="405"/>
                    <a:pt x="14" y="416"/>
                  </a:cubicBezTo>
                  <a:close/>
                </a:path>
              </a:pathLst>
            </a:custGeom>
            <a:solidFill>
              <a:schemeClr val="accent2">
                <a:alpha val="50195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1035" name="Group 9"/>
            <p:cNvGrpSpPr>
              <a:grpSpLocks/>
            </p:cNvGrpSpPr>
            <p:nvPr/>
          </p:nvGrpSpPr>
          <p:grpSpPr bwMode="auto">
            <a:xfrm rot="416244">
              <a:off x="9" y="1746"/>
              <a:ext cx="1771" cy="1741"/>
              <a:chOff x="41" y="2787"/>
              <a:chExt cx="902" cy="833"/>
            </a:xfrm>
          </p:grpSpPr>
          <p:sp>
            <p:nvSpPr>
              <p:cNvPr id="1062" name="Freeform 10"/>
              <p:cNvSpPr>
                <a:spLocks/>
              </p:cNvSpPr>
              <p:nvPr userDrawn="1"/>
            </p:nvSpPr>
            <p:spPr bwMode="ltGray">
              <a:xfrm rot="373331" flipH="1">
                <a:off x="125" y="2787"/>
                <a:ext cx="313" cy="303"/>
              </a:xfrm>
              <a:custGeom>
                <a:avLst/>
                <a:gdLst>
                  <a:gd name="T0" fmla="*/ 286 w 217"/>
                  <a:gd name="T1" fmla="*/ 1313 h 210"/>
                  <a:gd name="T2" fmla="*/ 229 w 217"/>
                  <a:gd name="T3" fmla="*/ 1241 h 210"/>
                  <a:gd name="T4" fmla="*/ 164 w 217"/>
                  <a:gd name="T5" fmla="*/ 1133 h 210"/>
                  <a:gd name="T6" fmla="*/ 95 w 217"/>
                  <a:gd name="T7" fmla="*/ 991 h 210"/>
                  <a:gd name="T8" fmla="*/ 29 w 217"/>
                  <a:gd name="T9" fmla="*/ 843 h 210"/>
                  <a:gd name="T10" fmla="*/ 0 w 217"/>
                  <a:gd name="T11" fmla="*/ 682 h 210"/>
                  <a:gd name="T12" fmla="*/ 1 w 217"/>
                  <a:gd name="T13" fmla="*/ 511 h 210"/>
                  <a:gd name="T14" fmla="*/ 56 w 217"/>
                  <a:gd name="T15" fmla="*/ 354 h 210"/>
                  <a:gd name="T16" fmla="*/ 169 w 217"/>
                  <a:gd name="T17" fmla="*/ 222 h 210"/>
                  <a:gd name="T18" fmla="*/ 283 w 217"/>
                  <a:gd name="T19" fmla="*/ 137 h 210"/>
                  <a:gd name="T20" fmla="*/ 375 w 217"/>
                  <a:gd name="T21" fmla="*/ 75 h 210"/>
                  <a:gd name="T22" fmla="*/ 450 w 217"/>
                  <a:gd name="T23" fmla="*/ 42 h 210"/>
                  <a:gd name="T24" fmla="*/ 508 w 217"/>
                  <a:gd name="T25" fmla="*/ 29 h 210"/>
                  <a:gd name="T26" fmla="*/ 550 w 217"/>
                  <a:gd name="T27" fmla="*/ 29 h 210"/>
                  <a:gd name="T28" fmla="*/ 649 w 217"/>
                  <a:gd name="T29" fmla="*/ 0 h 210"/>
                  <a:gd name="T30" fmla="*/ 922 w 217"/>
                  <a:gd name="T31" fmla="*/ 52 h 210"/>
                  <a:gd name="T32" fmla="*/ 998 w 217"/>
                  <a:gd name="T33" fmla="*/ 75 h 210"/>
                  <a:gd name="T34" fmla="*/ 1073 w 217"/>
                  <a:gd name="T35" fmla="*/ 95 h 210"/>
                  <a:gd name="T36" fmla="*/ 1138 w 217"/>
                  <a:gd name="T37" fmla="*/ 117 h 210"/>
                  <a:gd name="T38" fmla="*/ 1186 w 217"/>
                  <a:gd name="T39" fmla="*/ 144 h 210"/>
                  <a:gd name="T40" fmla="*/ 1240 w 217"/>
                  <a:gd name="T41" fmla="*/ 169 h 210"/>
                  <a:gd name="T42" fmla="*/ 1282 w 217"/>
                  <a:gd name="T43" fmla="*/ 198 h 210"/>
                  <a:gd name="T44" fmla="*/ 1315 w 217"/>
                  <a:gd name="T45" fmla="*/ 237 h 210"/>
                  <a:gd name="T46" fmla="*/ 1354 w 217"/>
                  <a:gd name="T47" fmla="*/ 283 h 210"/>
                  <a:gd name="T48" fmla="*/ 1282 w 217"/>
                  <a:gd name="T49" fmla="*/ 253 h 210"/>
                  <a:gd name="T50" fmla="*/ 1213 w 217"/>
                  <a:gd name="T51" fmla="*/ 225 h 210"/>
                  <a:gd name="T52" fmla="*/ 1144 w 217"/>
                  <a:gd name="T53" fmla="*/ 208 h 210"/>
                  <a:gd name="T54" fmla="*/ 1073 w 217"/>
                  <a:gd name="T55" fmla="*/ 185 h 210"/>
                  <a:gd name="T56" fmla="*/ 1017 w 217"/>
                  <a:gd name="T57" fmla="*/ 169 h 210"/>
                  <a:gd name="T58" fmla="*/ 958 w 217"/>
                  <a:gd name="T59" fmla="*/ 164 h 210"/>
                  <a:gd name="T60" fmla="*/ 890 w 217"/>
                  <a:gd name="T61" fmla="*/ 154 h 210"/>
                  <a:gd name="T62" fmla="*/ 834 w 217"/>
                  <a:gd name="T63" fmla="*/ 154 h 210"/>
                  <a:gd name="T64" fmla="*/ 780 w 217"/>
                  <a:gd name="T65" fmla="*/ 154 h 210"/>
                  <a:gd name="T66" fmla="*/ 724 w 217"/>
                  <a:gd name="T67" fmla="*/ 156 h 210"/>
                  <a:gd name="T68" fmla="*/ 666 w 217"/>
                  <a:gd name="T69" fmla="*/ 169 h 210"/>
                  <a:gd name="T70" fmla="*/ 617 w 217"/>
                  <a:gd name="T71" fmla="*/ 183 h 210"/>
                  <a:gd name="T72" fmla="*/ 568 w 217"/>
                  <a:gd name="T73" fmla="*/ 208 h 210"/>
                  <a:gd name="T74" fmla="*/ 509 w 217"/>
                  <a:gd name="T75" fmla="*/ 225 h 210"/>
                  <a:gd name="T76" fmla="*/ 462 w 217"/>
                  <a:gd name="T77" fmla="*/ 255 h 210"/>
                  <a:gd name="T78" fmla="*/ 413 w 217"/>
                  <a:gd name="T79" fmla="*/ 286 h 210"/>
                  <a:gd name="T80" fmla="*/ 325 w 217"/>
                  <a:gd name="T81" fmla="*/ 381 h 210"/>
                  <a:gd name="T82" fmla="*/ 264 w 217"/>
                  <a:gd name="T83" fmla="*/ 499 h 210"/>
                  <a:gd name="T84" fmla="*/ 229 w 217"/>
                  <a:gd name="T85" fmla="*/ 645 h 210"/>
                  <a:gd name="T86" fmla="*/ 216 w 217"/>
                  <a:gd name="T87" fmla="*/ 789 h 210"/>
                  <a:gd name="T88" fmla="*/ 216 w 217"/>
                  <a:gd name="T89" fmla="*/ 948 h 210"/>
                  <a:gd name="T90" fmla="*/ 237 w 217"/>
                  <a:gd name="T91" fmla="*/ 1086 h 210"/>
                  <a:gd name="T92" fmla="*/ 255 w 217"/>
                  <a:gd name="T93" fmla="*/ 1213 h 210"/>
                  <a:gd name="T94" fmla="*/ 286 w 217"/>
                  <a:gd name="T95" fmla="*/ 1313 h 21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217" h="210">
                    <a:moveTo>
                      <a:pt x="46" y="210"/>
                    </a:moveTo>
                    <a:lnTo>
                      <a:pt x="37" y="198"/>
                    </a:lnTo>
                    <a:lnTo>
                      <a:pt x="26" y="181"/>
                    </a:lnTo>
                    <a:lnTo>
                      <a:pt x="15" y="159"/>
                    </a:lnTo>
                    <a:lnTo>
                      <a:pt x="5" y="135"/>
                    </a:lnTo>
                    <a:lnTo>
                      <a:pt x="0" y="109"/>
                    </a:lnTo>
                    <a:lnTo>
                      <a:pt x="1" y="82"/>
                    </a:lnTo>
                    <a:lnTo>
                      <a:pt x="9" y="57"/>
                    </a:lnTo>
                    <a:lnTo>
                      <a:pt x="27" y="35"/>
                    </a:lnTo>
                    <a:lnTo>
                      <a:pt x="45" y="22"/>
                    </a:lnTo>
                    <a:lnTo>
                      <a:pt x="60" y="12"/>
                    </a:lnTo>
                    <a:lnTo>
                      <a:pt x="72" y="7"/>
                    </a:lnTo>
                    <a:lnTo>
                      <a:pt x="81" y="5"/>
                    </a:lnTo>
                    <a:lnTo>
                      <a:pt x="88" y="5"/>
                    </a:lnTo>
                    <a:lnTo>
                      <a:pt x="104" y="0"/>
                    </a:lnTo>
                    <a:lnTo>
                      <a:pt x="148" y="8"/>
                    </a:lnTo>
                    <a:lnTo>
                      <a:pt x="160" y="12"/>
                    </a:lnTo>
                    <a:lnTo>
                      <a:pt x="172" y="15"/>
                    </a:lnTo>
                    <a:lnTo>
                      <a:pt x="182" y="19"/>
                    </a:lnTo>
                    <a:lnTo>
                      <a:pt x="190" y="23"/>
                    </a:lnTo>
                    <a:lnTo>
                      <a:pt x="198" y="27"/>
                    </a:lnTo>
                    <a:lnTo>
                      <a:pt x="205" y="32"/>
                    </a:lnTo>
                    <a:lnTo>
                      <a:pt x="211" y="38"/>
                    </a:lnTo>
                    <a:lnTo>
                      <a:pt x="217" y="45"/>
                    </a:lnTo>
                    <a:lnTo>
                      <a:pt x="205" y="40"/>
                    </a:lnTo>
                    <a:lnTo>
                      <a:pt x="194" y="36"/>
                    </a:lnTo>
                    <a:lnTo>
                      <a:pt x="183" y="33"/>
                    </a:lnTo>
                    <a:lnTo>
                      <a:pt x="172" y="30"/>
                    </a:lnTo>
                    <a:lnTo>
                      <a:pt x="163" y="27"/>
                    </a:lnTo>
                    <a:lnTo>
                      <a:pt x="153" y="26"/>
                    </a:lnTo>
                    <a:lnTo>
                      <a:pt x="143" y="24"/>
                    </a:lnTo>
                    <a:lnTo>
                      <a:pt x="134" y="24"/>
                    </a:lnTo>
                    <a:lnTo>
                      <a:pt x="125" y="24"/>
                    </a:lnTo>
                    <a:lnTo>
                      <a:pt x="116" y="25"/>
                    </a:lnTo>
                    <a:lnTo>
                      <a:pt x="107" y="27"/>
                    </a:lnTo>
                    <a:lnTo>
                      <a:pt x="99" y="29"/>
                    </a:lnTo>
                    <a:lnTo>
                      <a:pt x="91" y="33"/>
                    </a:lnTo>
                    <a:lnTo>
                      <a:pt x="82" y="36"/>
                    </a:lnTo>
                    <a:lnTo>
                      <a:pt x="74" y="41"/>
                    </a:lnTo>
                    <a:lnTo>
                      <a:pt x="66" y="46"/>
                    </a:lnTo>
                    <a:lnTo>
                      <a:pt x="52" y="61"/>
                    </a:lnTo>
                    <a:lnTo>
                      <a:pt x="42" y="80"/>
                    </a:lnTo>
                    <a:lnTo>
                      <a:pt x="37" y="103"/>
                    </a:lnTo>
                    <a:lnTo>
                      <a:pt x="35" y="126"/>
                    </a:lnTo>
                    <a:lnTo>
                      <a:pt x="35" y="151"/>
                    </a:lnTo>
                    <a:lnTo>
                      <a:pt x="38" y="174"/>
                    </a:lnTo>
                    <a:lnTo>
                      <a:pt x="41" y="194"/>
                    </a:lnTo>
                    <a:lnTo>
                      <a:pt x="46" y="21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063" name="Freeform 11"/>
              <p:cNvSpPr>
                <a:spLocks/>
              </p:cNvSpPr>
              <p:nvPr userDrawn="1"/>
            </p:nvSpPr>
            <p:spPr bwMode="ltGray">
              <a:xfrm rot="373331" flipH="1">
                <a:off x="41" y="2843"/>
                <a:ext cx="262" cy="308"/>
              </a:xfrm>
              <a:custGeom>
                <a:avLst/>
                <a:gdLst>
                  <a:gd name="T0" fmla="*/ 674 w 182"/>
                  <a:gd name="T1" fmla="*/ 0 h 213"/>
                  <a:gd name="T2" fmla="*/ 692 w 182"/>
                  <a:gd name="T3" fmla="*/ 13 h 213"/>
                  <a:gd name="T4" fmla="*/ 731 w 182"/>
                  <a:gd name="T5" fmla="*/ 52 h 213"/>
                  <a:gd name="T6" fmla="*/ 786 w 182"/>
                  <a:gd name="T7" fmla="*/ 116 h 213"/>
                  <a:gd name="T8" fmla="*/ 848 w 182"/>
                  <a:gd name="T9" fmla="*/ 210 h 213"/>
                  <a:gd name="T10" fmla="*/ 897 w 182"/>
                  <a:gd name="T11" fmla="*/ 327 h 213"/>
                  <a:gd name="T12" fmla="*/ 929 w 182"/>
                  <a:gd name="T13" fmla="*/ 482 h 213"/>
                  <a:gd name="T14" fmla="*/ 929 w 182"/>
                  <a:gd name="T15" fmla="*/ 665 h 213"/>
                  <a:gd name="T16" fmla="*/ 890 w 182"/>
                  <a:gd name="T17" fmla="*/ 881 h 213"/>
                  <a:gd name="T18" fmla="*/ 868 w 182"/>
                  <a:gd name="T19" fmla="*/ 941 h 213"/>
                  <a:gd name="T20" fmla="*/ 841 w 182"/>
                  <a:gd name="T21" fmla="*/ 991 h 213"/>
                  <a:gd name="T22" fmla="*/ 812 w 182"/>
                  <a:gd name="T23" fmla="*/ 1045 h 213"/>
                  <a:gd name="T24" fmla="*/ 773 w 182"/>
                  <a:gd name="T25" fmla="*/ 1093 h 213"/>
                  <a:gd name="T26" fmla="*/ 721 w 182"/>
                  <a:gd name="T27" fmla="*/ 1138 h 213"/>
                  <a:gd name="T28" fmla="*/ 678 w 182"/>
                  <a:gd name="T29" fmla="*/ 1173 h 213"/>
                  <a:gd name="T30" fmla="*/ 632 w 182"/>
                  <a:gd name="T31" fmla="*/ 1206 h 213"/>
                  <a:gd name="T32" fmla="*/ 567 w 182"/>
                  <a:gd name="T33" fmla="*/ 1233 h 213"/>
                  <a:gd name="T34" fmla="*/ 508 w 182"/>
                  <a:gd name="T35" fmla="*/ 1246 h 213"/>
                  <a:gd name="T36" fmla="*/ 448 w 182"/>
                  <a:gd name="T37" fmla="*/ 1262 h 213"/>
                  <a:gd name="T38" fmla="*/ 379 w 182"/>
                  <a:gd name="T39" fmla="*/ 1274 h 213"/>
                  <a:gd name="T40" fmla="*/ 305 w 182"/>
                  <a:gd name="T41" fmla="*/ 1274 h 213"/>
                  <a:gd name="T42" fmla="*/ 226 w 182"/>
                  <a:gd name="T43" fmla="*/ 1262 h 213"/>
                  <a:gd name="T44" fmla="*/ 155 w 182"/>
                  <a:gd name="T45" fmla="*/ 1246 h 213"/>
                  <a:gd name="T46" fmla="*/ 72 w 182"/>
                  <a:gd name="T47" fmla="*/ 1219 h 213"/>
                  <a:gd name="T48" fmla="*/ 0 w 182"/>
                  <a:gd name="T49" fmla="*/ 1187 h 213"/>
                  <a:gd name="T50" fmla="*/ 69 w 182"/>
                  <a:gd name="T51" fmla="*/ 1233 h 213"/>
                  <a:gd name="T52" fmla="*/ 137 w 182"/>
                  <a:gd name="T53" fmla="*/ 1262 h 213"/>
                  <a:gd name="T54" fmla="*/ 206 w 182"/>
                  <a:gd name="T55" fmla="*/ 1294 h 213"/>
                  <a:gd name="T56" fmla="*/ 265 w 182"/>
                  <a:gd name="T57" fmla="*/ 1316 h 213"/>
                  <a:gd name="T58" fmla="*/ 325 w 182"/>
                  <a:gd name="T59" fmla="*/ 1335 h 213"/>
                  <a:gd name="T60" fmla="*/ 392 w 182"/>
                  <a:gd name="T61" fmla="*/ 1342 h 213"/>
                  <a:gd name="T62" fmla="*/ 449 w 182"/>
                  <a:gd name="T63" fmla="*/ 1345 h 213"/>
                  <a:gd name="T64" fmla="*/ 510 w 182"/>
                  <a:gd name="T65" fmla="*/ 1345 h 213"/>
                  <a:gd name="T66" fmla="*/ 564 w 182"/>
                  <a:gd name="T67" fmla="*/ 1342 h 213"/>
                  <a:gd name="T68" fmla="*/ 618 w 182"/>
                  <a:gd name="T69" fmla="*/ 1330 h 213"/>
                  <a:gd name="T70" fmla="*/ 665 w 182"/>
                  <a:gd name="T71" fmla="*/ 1316 h 213"/>
                  <a:gd name="T72" fmla="*/ 715 w 182"/>
                  <a:gd name="T73" fmla="*/ 1303 h 213"/>
                  <a:gd name="T74" fmla="*/ 760 w 182"/>
                  <a:gd name="T75" fmla="*/ 1286 h 213"/>
                  <a:gd name="T76" fmla="*/ 802 w 182"/>
                  <a:gd name="T77" fmla="*/ 1258 h 213"/>
                  <a:gd name="T78" fmla="*/ 841 w 182"/>
                  <a:gd name="T79" fmla="*/ 1233 h 213"/>
                  <a:gd name="T80" fmla="*/ 877 w 182"/>
                  <a:gd name="T81" fmla="*/ 1206 h 213"/>
                  <a:gd name="T82" fmla="*/ 976 w 182"/>
                  <a:gd name="T83" fmla="*/ 1111 h 213"/>
                  <a:gd name="T84" fmla="*/ 1045 w 182"/>
                  <a:gd name="T85" fmla="*/ 1018 h 213"/>
                  <a:gd name="T86" fmla="*/ 1085 w 182"/>
                  <a:gd name="T87" fmla="*/ 910 h 213"/>
                  <a:gd name="T88" fmla="*/ 1107 w 182"/>
                  <a:gd name="T89" fmla="*/ 811 h 213"/>
                  <a:gd name="T90" fmla="*/ 1121 w 182"/>
                  <a:gd name="T91" fmla="*/ 704 h 213"/>
                  <a:gd name="T92" fmla="*/ 1121 w 182"/>
                  <a:gd name="T93" fmla="*/ 599 h 213"/>
                  <a:gd name="T94" fmla="*/ 1126 w 182"/>
                  <a:gd name="T95" fmla="*/ 500 h 213"/>
                  <a:gd name="T96" fmla="*/ 1067 w 182"/>
                  <a:gd name="T97" fmla="*/ 292 h 213"/>
                  <a:gd name="T98" fmla="*/ 966 w 182"/>
                  <a:gd name="T99" fmla="*/ 130 h 213"/>
                  <a:gd name="T100" fmla="*/ 930 w 182"/>
                  <a:gd name="T101" fmla="*/ 116 h 213"/>
                  <a:gd name="T102" fmla="*/ 910 w 182"/>
                  <a:gd name="T103" fmla="*/ 97 h 213"/>
                  <a:gd name="T104" fmla="*/ 877 w 182"/>
                  <a:gd name="T105" fmla="*/ 81 h 213"/>
                  <a:gd name="T106" fmla="*/ 854 w 182"/>
                  <a:gd name="T107" fmla="*/ 69 h 213"/>
                  <a:gd name="T108" fmla="*/ 816 w 182"/>
                  <a:gd name="T109" fmla="*/ 56 h 213"/>
                  <a:gd name="T110" fmla="*/ 779 w 182"/>
                  <a:gd name="T111" fmla="*/ 39 h 213"/>
                  <a:gd name="T112" fmla="*/ 734 w 182"/>
                  <a:gd name="T113" fmla="*/ 19 h 213"/>
                  <a:gd name="T114" fmla="*/ 674 w 182"/>
                  <a:gd name="T115" fmla="*/ 0 h 213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0" t="0" r="r" b="b"/>
                <a:pathLst>
                  <a:path w="182" h="213">
                    <a:moveTo>
                      <a:pt x="109" y="0"/>
                    </a:moveTo>
                    <a:lnTo>
                      <a:pt x="112" y="2"/>
                    </a:lnTo>
                    <a:lnTo>
                      <a:pt x="118" y="8"/>
                    </a:lnTo>
                    <a:lnTo>
                      <a:pt x="127" y="18"/>
                    </a:lnTo>
                    <a:lnTo>
                      <a:pt x="137" y="33"/>
                    </a:lnTo>
                    <a:lnTo>
                      <a:pt x="145" y="52"/>
                    </a:lnTo>
                    <a:lnTo>
                      <a:pt x="150" y="76"/>
                    </a:lnTo>
                    <a:lnTo>
                      <a:pt x="150" y="105"/>
                    </a:lnTo>
                    <a:lnTo>
                      <a:pt x="144" y="139"/>
                    </a:lnTo>
                    <a:lnTo>
                      <a:pt x="140" y="149"/>
                    </a:lnTo>
                    <a:lnTo>
                      <a:pt x="136" y="157"/>
                    </a:lnTo>
                    <a:lnTo>
                      <a:pt x="131" y="165"/>
                    </a:lnTo>
                    <a:lnTo>
                      <a:pt x="125" y="173"/>
                    </a:lnTo>
                    <a:lnTo>
                      <a:pt x="117" y="180"/>
                    </a:lnTo>
                    <a:lnTo>
                      <a:pt x="110" y="185"/>
                    </a:lnTo>
                    <a:lnTo>
                      <a:pt x="102" y="191"/>
                    </a:lnTo>
                    <a:lnTo>
                      <a:pt x="92" y="195"/>
                    </a:lnTo>
                    <a:lnTo>
                      <a:pt x="82" y="197"/>
                    </a:lnTo>
                    <a:lnTo>
                      <a:pt x="72" y="200"/>
                    </a:lnTo>
                    <a:lnTo>
                      <a:pt x="61" y="201"/>
                    </a:lnTo>
                    <a:lnTo>
                      <a:pt x="49" y="201"/>
                    </a:lnTo>
                    <a:lnTo>
                      <a:pt x="37" y="200"/>
                    </a:lnTo>
                    <a:lnTo>
                      <a:pt x="25" y="197"/>
                    </a:lnTo>
                    <a:lnTo>
                      <a:pt x="12" y="193"/>
                    </a:lnTo>
                    <a:lnTo>
                      <a:pt x="0" y="188"/>
                    </a:lnTo>
                    <a:lnTo>
                      <a:pt x="11" y="195"/>
                    </a:lnTo>
                    <a:lnTo>
                      <a:pt x="22" y="200"/>
                    </a:lnTo>
                    <a:lnTo>
                      <a:pt x="33" y="205"/>
                    </a:lnTo>
                    <a:lnTo>
                      <a:pt x="43" y="208"/>
                    </a:lnTo>
                    <a:lnTo>
                      <a:pt x="53" y="211"/>
                    </a:lnTo>
                    <a:lnTo>
                      <a:pt x="63" y="212"/>
                    </a:lnTo>
                    <a:lnTo>
                      <a:pt x="73" y="213"/>
                    </a:lnTo>
                    <a:lnTo>
                      <a:pt x="83" y="213"/>
                    </a:lnTo>
                    <a:lnTo>
                      <a:pt x="91" y="212"/>
                    </a:lnTo>
                    <a:lnTo>
                      <a:pt x="100" y="210"/>
                    </a:lnTo>
                    <a:lnTo>
                      <a:pt x="108" y="208"/>
                    </a:lnTo>
                    <a:lnTo>
                      <a:pt x="116" y="206"/>
                    </a:lnTo>
                    <a:lnTo>
                      <a:pt x="123" y="203"/>
                    </a:lnTo>
                    <a:lnTo>
                      <a:pt x="130" y="199"/>
                    </a:lnTo>
                    <a:lnTo>
                      <a:pt x="136" y="195"/>
                    </a:lnTo>
                    <a:lnTo>
                      <a:pt x="142" y="191"/>
                    </a:lnTo>
                    <a:lnTo>
                      <a:pt x="158" y="176"/>
                    </a:lnTo>
                    <a:lnTo>
                      <a:pt x="169" y="161"/>
                    </a:lnTo>
                    <a:lnTo>
                      <a:pt x="176" y="144"/>
                    </a:lnTo>
                    <a:lnTo>
                      <a:pt x="179" y="128"/>
                    </a:lnTo>
                    <a:lnTo>
                      <a:pt x="181" y="111"/>
                    </a:lnTo>
                    <a:lnTo>
                      <a:pt x="181" y="95"/>
                    </a:lnTo>
                    <a:lnTo>
                      <a:pt x="182" y="79"/>
                    </a:lnTo>
                    <a:lnTo>
                      <a:pt x="173" y="46"/>
                    </a:lnTo>
                    <a:lnTo>
                      <a:pt x="156" y="21"/>
                    </a:lnTo>
                    <a:lnTo>
                      <a:pt x="151" y="18"/>
                    </a:lnTo>
                    <a:lnTo>
                      <a:pt x="147" y="15"/>
                    </a:lnTo>
                    <a:lnTo>
                      <a:pt x="142" y="13"/>
                    </a:lnTo>
                    <a:lnTo>
                      <a:pt x="138" y="11"/>
                    </a:lnTo>
                    <a:lnTo>
                      <a:pt x="132" y="9"/>
                    </a:lnTo>
                    <a:lnTo>
                      <a:pt x="126" y="6"/>
                    </a:lnTo>
                    <a:lnTo>
                      <a:pt x="119" y="3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064" name="Freeform 12"/>
              <p:cNvSpPr>
                <a:spLocks/>
              </p:cNvSpPr>
              <p:nvPr userDrawn="1"/>
            </p:nvSpPr>
            <p:spPr bwMode="ltGray">
              <a:xfrm rot="373331" flipH="1">
                <a:off x="121" y="2907"/>
                <a:ext cx="93" cy="156"/>
              </a:xfrm>
              <a:custGeom>
                <a:avLst/>
                <a:gdLst>
                  <a:gd name="T0" fmla="*/ 19 w 128"/>
                  <a:gd name="T1" fmla="*/ 0 h 217"/>
                  <a:gd name="T2" fmla="*/ 21 w 128"/>
                  <a:gd name="T3" fmla="*/ 1 h 217"/>
                  <a:gd name="T4" fmla="*/ 23 w 128"/>
                  <a:gd name="T5" fmla="*/ 5 h 217"/>
                  <a:gd name="T6" fmla="*/ 25 w 128"/>
                  <a:gd name="T7" fmla="*/ 10 h 217"/>
                  <a:gd name="T8" fmla="*/ 26 w 128"/>
                  <a:gd name="T9" fmla="*/ 15 h 217"/>
                  <a:gd name="T10" fmla="*/ 26 w 128"/>
                  <a:gd name="T11" fmla="*/ 22 h 217"/>
                  <a:gd name="T12" fmla="*/ 23 w 128"/>
                  <a:gd name="T13" fmla="*/ 28 h 217"/>
                  <a:gd name="T14" fmla="*/ 19 w 128"/>
                  <a:gd name="T15" fmla="*/ 35 h 217"/>
                  <a:gd name="T16" fmla="*/ 12 w 128"/>
                  <a:gd name="T17" fmla="*/ 42 h 217"/>
                  <a:gd name="T18" fmla="*/ 10 w 128"/>
                  <a:gd name="T19" fmla="*/ 41 h 217"/>
                  <a:gd name="T20" fmla="*/ 8 w 128"/>
                  <a:gd name="T21" fmla="*/ 40 h 217"/>
                  <a:gd name="T22" fmla="*/ 5 w 128"/>
                  <a:gd name="T23" fmla="*/ 40 h 217"/>
                  <a:gd name="T24" fmla="*/ 4 w 128"/>
                  <a:gd name="T25" fmla="*/ 39 h 217"/>
                  <a:gd name="T26" fmla="*/ 1 w 128"/>
                  <a:gd name="T27" fmla="*/ 37 h 217"/>
                  <a:gd name="T28" fmla="*/ 1 w 128"/>
                  <a:gd name="T29" fmla="*/ 36 h 217"/>
                  <a:gd name="T30" fmla="*/ 0 w 128"/>
                  <a:gd name="T31" fmla="*/ 35 h 217"/>
                  <a:gd name="T32" fmla="*/ 1 w 128"/>
                  <a:gd name="T33" fmla="*/ 34 h 217"/>
                  <a:gd name="T34" fmla="*/ 3 w 128"/>
                  <a:gd name="T35" fmla="*/ 32 h 217"/>
                  <a:gd name="T36" fmla="*/ 6 w 128"/>
                  <a:gd name="T37" fmla="*/ 31 h 217"/>
                  <a:gd name="T38" fmla="*/ 9 w 128"/>
                  <a:gd name="T39" fmla="*/ 29 h 217"/>
                  <a:gd name="T40" fmla="*/ 12 w 128"/>
                  <a:gd name="T41" fmla="*/ 26 h 217"/>
                  <a:gd name="T42" fmla="*/ 16 w 128"/>
                  <a:gd name="T43" fmla="*/ 22 h 217"/>
                  <a:gd name="T44" fmla="*/ 18 w 128"/>
                  <a:gd name="T45" fmla="*/ 16 h 217"/>
                  <a:gd name="T46" fmla="*/ 20 w 128"/>
                  <a:gd name="T47" fmla="*/ 9 h 217"/>
                  <a:gd name="T48" fmla="*/ 19 w 128"/>
                  <a:gd name="T49" fmla="*/ 0 h 217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128" h="217">
                    <a:moveTo>
                      <a:pt x="94" y="0"/>
                    </a:moveTo>
                    <a:lnTo>
                      <a:pt x="105" y="9"/>
                    </a:lnTo>
                    <a:lnTo>
                      <a:pt x="115" y="27"/>
                    </a:lnTo>
                    <a:lnTo>
                      <a:pt x="123" y="50"/>
                    </a:lnTo>
                    <a:lnTo>
                      <a:pt x="128" y="78"/>
                    </a:lnTo>
                    <a:lnTo>
                      <a:pt x="127" y="111"/>
                    </a:lnTo>
                    <a:lnTo>
                      <a:pt x="116" y="145"/>
                    </a:lnTo>
                    <a:lnTo>
                      <a:pt x="94" y="181"/>
                    </a:lnTo>
                    <a:lnTo>
                      <a:pt x="60" y="217"/>
                    </a:lnTo>
                    <a:lnTo>
                      <a:pt x="49" y="213"/>
                    </a:lnTo>
                    <a:lnTo>
                      <a:pt x="38" y="210"/>
                    </a:lnTo>
                    <a:lnTo>
                      <a:pt x="26" y="205"/>
                    </a:lnTo>
                    <a:lnTo>
                      <a:pt x="16" y="201"/>
                    </a:lnTo>
                    <a:lnTo>
                      <a:pt x="8" y="196"/>
                    </a:lnTo>
                    <a:lnTo>
                      <a:pt x="2" y="190"/>
                    </a:lnTo>
                    <a:lnTo>
                      <a:pt x="0" y="183"/>
                    </a:lnTo>
                    <a:lnTo>
                      <a:pt x="1" y="178"/>
                    </a:lnTo>
                    <a:lnTo>
                      <a:pt x="13" y="171"/>
                    </a:lnTo>
                    <a:lnTo>
                      <a:pt x="29" y="161"/>
                    </a:lnTo>
                    <a:lnTo>
                      <a:pt x="46" y="150"/>
                    </a:lnTo>
                    <a:lnTo>
                      <a:pt x="63" y="134"/>
                    </a:lnTo>
                    <a:lnTo>
                      <a:pt x="79" y="112"/>
                    </a:lnTo>
                    <a:lnTo>
                      <a:pt x="91" y="83"/>
                    </a:lnTo>
                    <a:lnTo>
                      <a:pt x="97" y="46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065" name="Freeform 13"/>
              <p:cNvSpPr>
                <a:spLocks/>
              </p:cNvSpPr>
              <p:nvPr userDrawn="1"/>
            </p:nvSpPr>
            <p:spPr bwMode="ltGray">
              <a:xfrm rot="373331" flipH="1">
                <a:off x="313" y="3110"/>
                <a:ext cx="85" cy="93"/>
              </a:xfrm>
              <a:custGeom>
                <a:avLst/>
                <a:gdLst>
                  <a:gd name="T0" fmla="*/ 15 w 117"/>
                  <a:gd name="T1" fmla="*/ 0 h 132"/>
                  <a:gd name="T2" fmla="*/ 0 w 117"/>
                  <a:gd name="T3" fmla="*/ 4 h 132"/>
                  <a:gd name="T4" fmla="*/ 1 w 117"/>
                  <a:gd name="T5" fmla="*/ 4 h 132"/>
                  <a:gd name="T6" fmla="*/ 3 w 117"/>
                  <a:gd name="T7" fmla="*/ 5 h 132"/>
                  <a:gd name="T8" fmla="*/ 6 w 117"/>
                  <a:gd name="T9" fmla="*/ 6 h 132"/>
                  <a:gd name="T10" fmla="*/ 9 w 117"/>
                  <a:gd name="T11" fmla="*/ 8 h 132"/>
                  <a:gd name="T12" fmla="*/ 13 w 117"/>
                  <a:gd name="T13" fmla="*/ 11 h 132"/>
                  <a:gd name="T14" fmla="*/ 17 w 117"/>
                  <a:gd name="T15" fmla="*/ 13 h 132"/>
                  <a:gd name="T16" fmla="*/ 20 w 117"/>
                  <a:gd name="T17" fmla="*/ 18 h 132"/>
                  <a:gd name="T18" fmla="*/ 23 w 117"/>
                  <a:gd name="T19" fmla="*/ 23 h 132"/>
                  <a:gd name="T20" fmla="*/ 24 w 117"/>
                  <a:gd name="T21" fmla="*/ 21 h 132"/>
                  <a:gd name="T22" fmla="*/ 23 w 117"/>
                  <a:gd name="T23" fmla="*/ 18 h 132"/>
                  <a:gd name="T24" fmla="*/ 22 w 117"/>
                  <a:gd name="T25" fmla="*/ 16 h 132"/>
                  <a:gd name="T26" fmla="*/ 20 w 117"/>
                  <a:gd name="T27" fmla="*/ 13 h 132"/>
                  <a:gd name="T28" fmla="*/ 18 w 117"/>
                  <a:gd name="T29" fmla="*/ 10 h 132"/>
                  <a:gd name="T30" fmla="*/ 16 w 117"/>
                  <a:gd name="T31" fmla="*/ 8 h 132"/>
                  <a:gd name="T32" fmla="*/ 14 w 117"/>
                  <a:gd name="T33" fmla="*/ 6 h 132"/>
                  <a:gd name="T34" fmla="*/ 12 w 117"/>
                  <a:gd name="T35" fmla="*/ 6 h 132"/>
                  <a:gd name="T36" fmla="*/ 14 w 117"/>
                  <a:gd name="T37" fmla="*/ 5 h 132"/>
                  <a:gd name="T38" fmla="*/ 16 w 117"/>
                  <a:gd name="T39" fmla="*/ 5 h 132"/>
                  <a:gd name="T40" fmla="*/ 18 w 117"/>
                  <a:gd name="T41" fmla="*/ 4 h 132"/>
                  <a:gd name="T42" fmla="*/ 20 w 117"/>
                  <a:gd name="T43" fmla="*/ 4 h 132"/>
                  <a:gd name="T44" fmla="*/ 21 w 117"/>
                  <a:gd name="T45" fmla="*/ 4 h 132"/>
                  <a:gd name="T46" fmla="*/ 22 w 117"/>
                  <a:gd name="T47" fmla="*/ 4 h 132"/>
                  <a:gd name="T48" fmla="*/ 23 w 117"/>
                  <a:gd name="T49" fmla="*/ 4 h 132"/>
                  <a:gd name="T50" fmla="*/ 23 w 117"/>
                  <a:gd name="T51" fmla="*/ 4 h 132"/>
                  <a:gd name="T52" fmla="*/ 15 w 117"/>
                  <a:gd name="T53" fmla="*/ 0 h 132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117" h="132">
                    <a:moveTo>
                      <a:pt x="75" y="0"/>
                    </a:moveTo>
                    <a:lnTo>
                      <a:pt x="0" y="25"/>
                    </a:lnTo>
                    <a:lnTo>
                      <a:pt x="3" y="26"/>
                    </a:lnTo>
                    <a:lnTo>
                      <a:pt x="14" y="29"/>
                    </a:lnTo>
                    <a:lnTo>
                      <a:pt x="29" y="36"/>
                    </a:lnTo>
                    <a:lnTo>
                      <a:pt x="46" y="47"/>
                    </a:lnTo>
                    <a:lnTo>
                      <a:pt x="66" y="62"/>
                    </a:lnTo>
                    <a:lnTo>
                      <a:pt x="84" y="80"/>
                    </a:lnTo>
                    <a:lnTo>
                      <a:pt x="102" y="103"/>
                    </a:lnTo>
                    <a:lnTo>
                      <a:pt x="116" y="132"/>
                    </a:lnTo>
                    <a:lnTo>
                      <a:pt x="117" y="120"/>
                    </a:lnTo>
                    <a:lnTo>
                      <a:pt x="115" y="107"/>
                    </a:lnTo>
                    <a:lnTo>
                      <a:pt x="108" y="90"/>
                    </a:lnTo>
                    <a:lnTo>
                      <a:pt x="99" y="74"/>
                    </a:lnTo>
                    <a:lnTo>
                      <a:pt x="89" y="58"/>
                    </a:lnTo>
                    <a:lnTo>
                      <a:pt x="78" y="45"/>
                    </a:lnTo>
                    <a:lnTo>
                      <a:pt x="67" y="36"/>
                    </a:lnTo>
                    <a:lnTo>
                      <a:pt x="58" y="32"/>
                    </a:lnTo>
                    <a:lnTo>
                      <a:pt x="69" y="29"/>
                    </a:lnTo>
                    <a:lnTo>
                      <a:pt x="79" y="28"/>
                    </a:lnTo>
                    <a:lnTo>
                      <a:pt x="89" y="26"/>
                    </a:lnTo>
                    <a:lnTo>
                      <a:pt x="98" y="25"/>
                    </a:lnTo>
                    <a:lnTo>
                      <a:pt x="105" y="24"/>
                    </a:lnTo>
                    <a:lnTo>
                      <a:pt x="109" y="22"/>
                    </a:lnTo>
                    <a:lnTo>
                      <a:pt x="113" y="21"/>
                    </a:lnTo>
                    <a:lnTo>
                      <a:pt x="114" y="21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066" name="Freeform 14"/>
              <p:cNvSpPr>
                <a:spLocks/>
              </p:cNvSpPr>
              <p:nvPr userDrawn="1"/>
            </p:nvSpPr>
            <p:spPr bwMode="ltGray">
              <a:xfrm rot="373331" flipH="1">
                <a:off x="289" y="3134"/>
                <a:ext cx="21" cy="55"/>
              </a:xfrm>
              <a:custGeom>
                <a:avLst/>
                <a:gdLst>
                  <a:gd name="T0" fmla="*/ 6 w 29"/>
                  <a:gd name="T1" fmla="*/ 0 h 77"/>
                  <a:gd name="T2" fmla="*/ 5 w 29"/>
                  <a:gd name="T3" fmla="*/ 0 h 77"/>
                  <a:gd name="T4" fmla="*/ 4 w 29"/>
                  <a:gd name="T5" fmla="*/ 1 h 77"/>
                  <a:gd name="T6" fmla="*/ 2 w 29"/>
                  <a:gd name="T7" fmla="*/ 1 h 77"/>
                  <a:gd name="T8" fmla="*/ 1 w 29"/>
                  <a:gd name="T9" fmla="*/ 4 h 77"/>
                  <a:gd name="T10" fmla="*/ 1 w 29"/>
                  <a:gd name="T11" fmla="*/ 6 h 77"/>
                  <a:gd name="T12" fmla="*/ 0 w 29"/>
                  <a:gd name="T13" fmla="*/ 8 h 77"/>
                  <a:gd name="T14" fmla="*/ 1 w 29"/>
                  <a:gd name="T15" fmla="*/ 11 h 77"/>
                  <a:gd name="T16" fmla="*/ 2 w 29"/>
                  <a:gd name="T17" fmla="*/ 14 h 77"/>
                  <a:gd name="T18" fmla="*/ 3 w 29"/>
                  <a:gd name="T19" fmla="*/ 10 h 77"/>
                  <a:gd name="T20" fmla="*/ 4 w 29"/>
                  <a:gd name="T21" fmla="*/ 7 h 77"/>
                  <a:gd name="T22" fmla="*/ 5 w 29"/>
                  <a:gd name="T23" fmla="*/ 4 h 77"/>
                  <a:gd name="T24" fmla="*/ 6 w 29"/>
                  <a:gd name="T25" fmla="*/ 0 h 7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29" h="77">
                    <a:moveTo>
                      <a:pt x="29" y="0"/>
                    </a:moveTo>
                    <a:lnTo>
                      <a:pt x="23" y="0"/>
                    </a:lnTo>
                    <a:lnTo>
                      <a:pt x="16" y="4"/>
                    </a:lnTo>
                    <a:lnTo>
                      <a:pt x="9" y="9"/>
                    </a:lnTo>
                    <a:lnTo>
                      <a:pt x="4" y="19"/>
                    </a:lnTo>
                    <a:lnTo>
                      <a:pt x="1" y="30"/>
                    </a:lnTo>
                    <a:lnTo>
                      <a:pt x="0" y="44"/>
                    </a:lnTo>
                    <a:lnTo>
                      <a:pt x="3" y="60"/>
                    </a:lnTo>
                    <a:lnTo>
                      <a:pt x="11" y="77"/>
                    </a:lnTo>
                    <a:lnTo>
                      <a:pt x="15" y="53"/>
                    </a:lnTo>
                    <a:lnTo>
                      <a:pt x="19" y="37"/>
                    </a:lnTo>
                    <a:lnTo>
                      <a:pt x="23" y="22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grpSp>
            <p:nvGrpSpPr>
              <p:cNvPr id="1067" name="Group 15"/>
              <p:cNvGrpSpPr>
                <a:grpSpLocks/>
              </p:cNvGrpSpPr>
              <p:nvPr userDrawn="1"/>
            </p:nvGrpSpPr>
            <p:grpSpPr bwMode="auto">
              <a:xfrm rot="10886446" flipH="1">
                <a:off x="335" y="3251"/>
                <a:ext cx="608" cy="369"/>
                <a:chOff x="-366" y="1704"/>
                <a:chExt cx="608" cy="369"/>
              </a:xfrm>
            </p:grpSpPr>
            <p:sp>
              <p:nvSpPr>
                <p:cNvPr id="1068" name="Freeform 16"/>
                <p:cNvSpPr>
                  <a:spLocks/>
                </p:cNvSpPr>
                <p:nvPr userDrawn="1"/>
              </p:nvSpPr>
              <p:spPr bwMode="ltGray">
                <a:xfrm rot="4200091">
                  <a:off x="-243" y="1807"/>
                  <a:ext cx="143" cy="390"/>
                </a:xfrm>
                <a:custGeom>
                  <a:avLst/>
                  <a:gdLst>
                    <a:gd name="T0" fmla="*/ 2 w 207"/>
                    <a:gd name="T1" fmla="*/ 7 h 564"/>
                    <a:gd name="T2" fmla="*/ 1 w 207"/>
                    <a:gd name="T3" fmla="*/ 12 h 564"/>
                    <a:gd name="T4" fmla="*/ 1 w 207"/>
                    <a:gd name="T5" fmla="*/ 16 h 564"/>
                    <a:gd name="T6" fmla="*/ 0 w 207"/>
                    <a:gd name="T7" fmla="*/ 19 h 564"/>
                    <a:gd name="T8" fmla="*/ 0 w 207"/>
                    <a:gd name="T9" fmla="*/ 24 h 564"/>
                    <a:gd name="T10" fmla="*/ 1 w 207"/>
                    <a:gd name="T11" fmla="*/ 28 h 564"/>
                    <a:gd name="T12" fmla="*/ 1 w 207"/>
                    <a:gd name="T13" fmla="*/ 33 h 564"/>
                    <a:gd name="T14" fmla="*/ 3 w 207"/>
                    <a:gd name="T15" fmla="*/ 39 h 564"/>
                    <a:gd name="T16" fmla="*/ 5 w 207"/>
                    <a:gd name="T17" fmla="*/ 46 h 564"/>
                    <a:gd name="T18" fmla="*/ 7 w 207"/>
                    <a:gd name="T19" fmla="*/ 52 h 564"/>
                    <a:gd name="T20" fmla="*/ 10 w 207"/>
                    <a:gd name="T21" fmla="*/ 57 h 564"/>
                    <a:gd name="T22" fmla="*/ 13 w 207"/>
                    <a:gd name="T23" fmla="*/ 64 h 564"/>
                    <a:gd name="T24" fmla="*/ 17 w 207"/>
                    <a:gd name="T25" fmla="*/ 71 h 564"/>
                    <a:gd name="T26" fmla="*/ 21 w 207"/>
                    <a:gd name="T27" fmla="*/ 77 h 564"/>
                    <a:gd name="T28" fmla="*/ 25 w 207"/>
                    <a:gd name="T29" fmla="*/ 82 h 564"/>
                    <a:gd name="T30" fmla="*/ 28 w 207"/>
                    <a:gd name="T31" fmla="*/ 86 h 564"/>
                    <a:gd name="T32" fmla="*/ 32 w 207"/>
                    <a:gd name="T33" fmla="*/ 89 h 564"/>
                    <a:gd name="T34" fmla="*/ 26 w 207"/>
                    <a:gd name="T35" fmla="*/ 79 h 564"/>
                    <a:gd name="T36" fmla="*/ 20 w 207"/>
                    <a:gd name="T37" fmla="*/ 71 h 564"/>
                    <a:gd name="T38" fmla="*/ 16 w 207"/>
                    <a:gd name="T39" fmla="*/ 64 h 564"/>
                    <a:gd name="T40" fmla="*/ 13 w 207"/>
                    <a:gd name="T41" fmla="*/ 58 h 564"/>
                    <a:gd name="T42" fmla="*/ 12 w 207"/>
                    <a:gd name="T43" fmla="*/ 53 h 564"/>
                    <a:gd name="T44" fmla="*/ 10 w 207"/>
                    <a:gd name="T45" fmla="*/ 49 h 564"/>
                    <a:gd name="T46" fmla="*/ 10 w 207"/>
                    <a:gd name="T47" fmla="*/ 45 h 564"/>
                    <a:gd name="T48" fmla="*/ 9 w 207"/>
                    <a:gd name="T49" fmla="*/ 41 h 564"/>
                    <a:gd name="T50" fmla="*/ 7 w 207"/>
                    <a:gd name="T51" fmla="*/ 33 h 564"/>
                    <a:gd name="T52" fmla="*/ 6 w 207"/>
                    <a:gd name="T53" fmla="*/ 22 h 564"/>
                    <a:gd name="T54" fmla="*/ 7 w 207"/>
                    <a:gd name="T55" fmla="*/ 11 h 564"/>
                    <a:gd name="T56" fmla="*/ 8 w 207"/>
                    <a:gd name="T57" fmla="*/ 0 h 564"/>
                    <a:gd name="T58" fmla="*/ 2 w 207"/>
                    <a:gd name="T59" fmla="*/ 7 h 564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</a:gdLst>
                  <a:ahLst/>
                  <a:cxnLst>
                    <a:cxn ang="T60">
                      <a:pos x="T0" y="T1"/>
                    </a:cxn>
                    <a:cxn ang="T61">
                      <a:pos x="T2" y="T3"/>
                    </a:cxn>
                    <a:cxn ang="T62">
                      <a:pos x="T4" y="T5"/>
                    </a:cxn>
                    <a:cxn ang="T63">
                      <a:pos x="T6" y="T7"/>
                    </a:cxn>
                    <a:cxn ang="T64">
                      <a:pos x="T8" y="T9"/>
                    </a:cxn>
                    <a:cxn ang="T65">
                      <a:pos x="T10" y="T11"/>
                    </a:cxn>
                    <a:cxn ang="T66">
                      <a:pos x="T12" y="T13"/>
                    </a:cxn>
                    <a:cxn ang="T67">
                      <a:pos x="T14" y="T15"/>
                    </a:cxn>
                    <a:cxn ang="T68">
                      <a:pos x="T16" y="T17"/>
                    </a:cxn>
                    <a:cxn ang="T69">
                      <a:pos x="T18" y="T19"/>
                    </a:cxn>
                    <a:cxn ang="T70">
                      <a:pos x="T20" y="T21"/>
                    </a:cxn>
                    <a:cxn ang="T71">
                      <a:pos x="T22" y="T23"/>
                    </a:cxn>
                    <a:cxn ang="T72">
                      <a:pos x="T24" y="T25"/>
                    </a:cxn>
                    <a:cxn ang="T73">
                      <a:pos x="T26" y="T27"/>
                    </a:cxn>
                    <a:cxn ang="T74">
                      <a:pos x="T28" y="T29"/>
                    </a:cxn>
                    <a:cxn ang="T75">
                      <a:pos x="T30" y="T31"/>
                    </a:cxn>
                    <a:cxn ang="T76">
                      <a:pos x="T32" y="T33"/>
                    </a:cxn>
                    <a:cxn ang="T77">
                      <a:pos x="T34" y="T35"/>
                    </a:cxn>
                    <a:cxn ang="T78">
                      <a:pos x="T36" y="T37"/>
                    </a:cxn>
                    <a:cxn ang="T79">
                      <a:pos x="T38" y="T39"/>
                    </a:cxn>
                    <a:cxn ang="T80">
                      <a:pos x="T40" y="T41"/>
                    </a:cxn>
                    <a:cxn ang="T81">
                      <a:pos x="T42" y="T43"/>
                    </a:cxn>
                    <a:cxn ang="T82">
                      <a:pos x="T44" y="T45"/>
                    </a:cxn>
                    <a:cxn ang="T83">
                      <a:pos x="T46" y="T47"/>
                    </a:cxn>
                    <a:cxn ang="T84">
                      <a:pos x="T48" y="T49"/>
                    </a:cxn>
                    <a:cxn ang="T85">
                      <a:pos x="T50" y="T51"/>
                    </a:cxn>
                    <a:cxn ang="T86">
                      <a:pos x="T52" y="T53"/>
                    </a:cxn>
                    <a:cxn ang="T87">
                      <a:pos x="T54" y="T55"/>
                    </a:cxn>
                    <a:cxn ang="T88">
                      <a:pos x="T56" y="T57"/>
                    </a:cxn>
                    <a:cxn ang="T89">
                      <a:pos x="T58" y="T59"/>
                    </a:cxn>
                  </a:cxnLst>
                  <a:rect l="0" t="0" r="r" b="b"/>
                  <a:pathLst>
                    <a:path w="207" h="564">
                      <a:moveTo>
                        <a:pt x="12" y="44"/>
                      </a:moveTo>
                      <a:lnTo>
                        <a:pt x="6" y="72"/>
                      </a:lnTo>
                      <a:lnTo>
                        <a:pt x="3" y="99"/>
                      </a:lnTo>
                      <a:lnTo>
                        <a:pt x="0" y="125"/>
                      </a:lnTo>
                      <a:lnTo>
                        <a:pt x="0" y="151"/>
                      </a:lnTo>
                      <a:lnTo>
                        <a:pt x="3" y="180"/>
                      </a:lnTo>
                      <a:lnTo>
                        <a:pt x="7" y="211"/>
                      </a:lnTo>
                      <a:lnTo>
                        <a:pt x="16" y="247"/>
                      </a:lnTo>
                      <a:lnTo>
                        <a:pt x="29" y="287"/>
                      </a:lnTo>
                      <a:lnTo>
                        <a:pt x="43" y="325"/>
                      </a:lnTo>
                      <a:lnTo>
                        <a:pt x="61" y="364"/>
                      </a:lnTo>
                      <a:lnTo>
                        <a:pt x="83" y="406"/>
                      </a:lnTo>
                      <a:lnTo>
                        <a:pt x="106" y="446"/>
                      </a:lnTo>
                      <a:lnTo>
                        <a:pt x="132" y="483"/>
                      </a:lnTo>
                      <a:lnTo>
                        <a:pt x="157" y="516"/>
                      </a:lnTo>
                      <a:lnTo>
                        <a:pt x="182" y="544"/>
                      </a:lnTo>
                      <a:lnTo>
                        <a:pt x="207" y="564"/>
                      </a:lnTo>
                      <a:lnTo>
                        <a:pt x="160" y="501"/>
                      </a:lnTo>
                      <a:lnTo>
                        <a:pt x="127" y="448"/>
                      </a:lnTo>
                      <a:lnTo>
                        <a:pt x="103" y="405"/>
                      </a:lnTo>
                      <a:lnTo>
                        <a:pt x="87" y="368"/>
                      </a:lnTo>
                      <a:lnTo>
                        <a:pt x="75" y="337"/>
                      </a:lnTo>
                      <a:lnTo>
                        <a:pt x="68" y="309"/>
                      </a:lnTo>
                      <a:lnTo>
                        <a:pt x="63" y="285"/>
                      </a:lnTo>
                      <a:lnTo>
                        <a:pt x="56" y="261"/>
                      </a:lnTo>
                      <a:lnTo>
                        <a:pt x="44" y="205"/>
                      </a:lnTo>
                      <a:lnTo>
                        <a:pt x="41" y="140"/>
                      </a:lnTo>
                      <a:lnTo>
                        <a:pt x="43" y="68"/>
                      </a:lnTo>
                      <a:lnTo>
                        <a:pt x="50" y="0"/>
                      </a:lnTo>
                      <a:lnTo>
                        <a:pt x="12" y="4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9" name="Freeform 17"/>
                <p:cNvSpPr>
                  <a:spLocks/>
                </p:cNvSpPr>
                <p:nvPr userDrawn="1"/>
              </p:nvSpPr>
              <p:spPr bwMode="ltGray">
                <a:xfrm rot="4200091">
                  <a:off x="124" y="1761"/>
                  <a:ext cx="33" cy="160"/>
                </a:xfrm>
                <a:custGeom>
                  <a:avLst/>
                  <a:gdLst>
                    <a:gd name="T0" fmla="*/ 0 w 47"/>
                    <a:gd name="T1" fmla="*/ 3 h 232"/>
                    <a:gd name="T2" fmla="*/ 3 w 47"/>
                    <a:gd name="T3" fmla="*/ 8 h 232"/>
                    <a:gd name="T4" fmla="*/ 4 w 47"/>
                    <a:gd name="T5" fmla="*/ 16 h 232"/>
                    <a:gd name="T6" fmla="*/ 4 w 47"/>
                    <a:gd name="T7" fmla="*/ 25 h 232"/>
                    <a:gd name="T8" fmla="*/ 3 w 47"/>
                    <a:gd name="T9" fmla="*/ 36 h 232"/>
                    <a:gd name="T10" fmla="*/ 8 w 47"/>
                    <a:gd name="T11" fmla="*/ 34 h 232"/>
                    <a:gd name="T12" fmla="*/ 8 w 47"/>
                    <a:gd name="T13" fmla="*/ 28 h 232"/>
                    <a:gd name="T14" fmla="*/ 8 w 47"/>
                    <a:gd name="T15" fmla="*/ 22 h 232"/>
                    <a:gd name="T16" fmla="*/ 8 w 47"/>
                    <a:gd name="T17" fmla="*/ 16 h 232"/>
                    <a:gd name="T18" fmla="*/ 7 w 47"/>
                    <a:gd name="T19" fmla="*/ 11 h 232"/>
                    <a:gd name="T20" fmla="*/ 6 w 47"/>
                    <a:gd name="T21" fmla="*/ 8 h 232"/>
                    <a:gd name="T22" fmla="*/ 5 w 47"/>
                    <a:gd name="T23" fmla="*/ 6 h 232"/>
                    <a:gd name="T24" fmla="*/ 4 w 47"/>
                    <a:gd name="T25" fmla="*/ 3 h 232"/>
                    <a:gd name="T26" fmla="*/ 2 w 47"/>
                    <a:gd name="T27" fmla="*/ 0 h 232"/>
                    <a:gd name="T28" fmla="*/ 0 w 47"/>
                    <a:gd name="T29" fmla="*/ 3 h 232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47" h="232">
                      <a:moveTo>
                        <a:pt x="0" y="19"/>
                      </a:moveTo>
                      <a:lnTo>
                        <a:pt x="14" y="55"/>
                      </a:lnTo>
                      <a:lnTo>
                        <a:pt x="22" y="101"/>
                      </a:lnTo>
                      <a:lnTo>
                        <a:pt x="24" y="159"/>
                      </a:lnTo>
                      <a:lnTo>
                        <a:pt x="19" y="232"/>
                      </a:lnTo>
                      <a:lnTo>
                        <a:pt x="45" y="217"/>
                      </a:lnTo>
                      <a:lnTo>
                        <a:pt x="47" y="178"/>
                      </a:lnTo>
                      <a:lnTo>
                        <a:pt x="47" y="140"/>
                      </a:lnTo>
                      <a:lnTo>
                        <a:pt x="45" y="103"/>
                      </a:lnTo>
                      <a:lnTo>
                        <a:pt x="41" y="71"/>
                      </a:lnTo>
                      <a:lnTo>
                        <a:pt x="36" y="52"/>
                      </a:lnTo>
                      <a:lnTo>
                        <a:pt x="29" y="34"/>
                      </a:lnTo>
                      <a:lnTo>
                        <a:pt x="22" y="17"/>
                      </a:lnTo>
                      <a:lnTo>
                        <a:pt x="13" y="0"/>
                      </a:lnTo>
                      <a:lnTo>
                        <a:pt x="0" y="1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70" name="Freeform 18"/>
                <p:cNvSpPr>
                  <a:spLocks/>
                </p:cNvSpPr>
                <p:nvPr userDrawn="1"/>
              </p:nvSpPr>
              <p:spPr bwMode="ltGray">
                <a:xfrm rot="4200091">
                  <a:off x="197" y="1721"/>
                  <a:ext cx="60" cy="27"/>
                </a:xfrm>
                <a:custGeom>
                  <a:avLst/>
                  <a:gdLst>
                    <a:gd name="T0" fmla="*/ 13 w 87"/>
                    <a:gd name="T1" fmla="*/ 3 h 40"/>
                    <a:gd name="T2" fmla="*/ 12 w 87"/>
                    <a:gd name="T3" fmla="*/ 2 h 40"/>
                    <a:gd name="T4" fmla="*/ 10 w 87"/>
                    <a:gd name="T5" fmla="*/ 1 h 40"/>
                    <a:gd name="T6" fmla="*/ 9 w 87"/>
                    <a:gd name="T7" fmla="*/ 1 h 40"/>
                    <a:gd name="T8" fmla="*/ 7 w 87"/>
                    <a:gd name="T9" fmla="*/ 1 h 40"/>
                    <a:gd name="T10" fmla="*/ 6 w 87"/>
                    <a:gd name="T11" fmla="*/ 1 h 40"/>
                    <a:gd name="T12" fmla="*/ 4 w 87"/>
                    <a:gd name="T13" fmla="*/ 1 h 40"/>
                    <a:gd name="T14" fmla="*/ 2 w 87"/>
                    <a:gd name="T15" fmla="*/ 0 h 40"/>
                    <a:gd name="T16" fmla="*/ 0 w 87"/>
                    <a:gd name="T17" fmla="*/ 1 h 40"/>
                    <a:gd name="T18" fmla="*/ 1 w 87"/>
                    <a:gd name="T19" fmla="*/ 1 h 40"/>
                    <a:gd name="T20" fmla="*/ 2 w 87"/>
                    <a:gd name="T21" fmla="*/ 1 h 40"/>
                    <a:gd name="T22" fmla="*/ 3 w 87"/>
                    <a:gd name="T23" fmla="*/ 2 h 40"/>
                    <a:gd name="T24" fmla="*/ 6 w 87"/>
                    <a:gd name="T25" fmla="*/ 2 h 40"/>
                    <a:gd name="T26" fmla="*/ 7 w 87"/>
                    <a:gd name="T27" fmla="*/ 3 h 40"/>
                    <a:gd name="T28" fmla="*/ 8 w 87"/>
                    <a:gd name="T29" fmla="*/ 3 h 40"/>
                    <a:gd name="T30" fmla="*/ 10 w 87"/>
                    <a:gd name="T31" fmla="*/ 5 h 40"/>
                    <a:gd name="T32" fmla="*/ 12 w 87"/>
                    <a:gd name="T33" fmla="*/ 5 h 40"/>
                    <a:gd name="T34" fmla="*/ 13 w 87"/>
                    <a:gd name="T35" fmla="*/ 3 h 40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87" h="40">
                      <a:moveTo>
                        <a:pt x="87" y="22"/>
                      </a:moveTo>
                      <a:lnTo>
                        <a:pt x="77" y="17"/>
                      </a:lnTo>
                      <a:lnTo>
                        <a:pt x="68" y="12"/>
                      </a:lnTo>
                      <a:lnTo>
                        <a:pt x="58" y="7"/>
                      </a:lnTo>
                      <a:lnTo>
                        <a:pt x="47" y="5"/>
                      </a:lnTo>
                      <a:lnTo>
                        <a:pt x="37" y="3"/>
                      </a:lnTo>
                      <a:lnTo>
                        <a:pt x="26" y="2"/>
                      </a:lnTo>
                      <a:lnTo>
                        <a:pt x="13" y="0"/>
                      </a:lnTo>
                      <a:lnTo>
                        <a:pt x="0" y="2"/>
                      </a:lnTo>
                      <a:lnTo>
                        <a:pt x="6" y="6"/>
                      </a:lnTo>
                      <a:lnTo>
                        <a:pt x="14" y="10"/>
                      </a:lnTo>
                      <a:lnTo>
                        <a:pt x="22" y="14"/>
                      </a:lnTo>
                      <a:lnTo>
                        <a:pt x="33" y="18"/>
                      </a:lnTo>
                      <a:lnTo>
                        <a:pt x="42" y="22"/>
                      </a:lnTo>
                      <a:lnTo>
                        <a:pt x="52" y="27"/>
                      </a:lnTo>
                      <a:lnTo>
                        <a:pt x="64" y="33"/>
                      </a:lnTo>
                      <a:lnTo>
                        <a:pt x="74" y="40"/>
                      </a:lnTo>
                      <a:lnTo>
                        <a:pt x="87" y="22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/>
                </a:p>
              </p:txBody>
            </p:sp>
          </p:grpSp>
        </p:grpSp>
        <p:grpSp>
          <p:nvGrpSpPr>
            <p:cNvPr id="1036" name="Group 19"/>
            <p:cNvGrpSpPr>
              <a:grpSpLocks/>
            </p:cNvGrpSpPr>
            <p:nvPr/>
          </p:nvGrpSpPr>
          <p:grpSpPr bwMode="auto">
            <a:xfrm rot="6248562">
              <a:off x="343" y="3854"/>
              <a:ext cx="392" cy="424"/>
              <a:chOff x="1727" y="866"/>
              <a:chExt cx="129" cy="157"/>
            </a:xfrm>
          </p:grpSpPr>
          <p:sp>
            <p:nvSpPr>
              <p:cNvPr id="1059" name="Freeform 20"/>
              <p:cNvSpPr>
                <a:spLocks/>
              </p:cNvSpPr>
              <p:nvPr userDrawn="1"/>
            </p:nvSpPr>
            <p:spPr bwMode="ltGray">
              <a:xfrm>
                <a:off x="1727" y="867"/>
                <a:ext cx="41" cy="59"/>
              </a:xfrm>
              <a:custGeom>
                <a:avLst/>
                <a:gdLst>
                  <a:gd name="T0" fmla="*/ 2 w 83"/>
                  <a:gd name="T1" fmla="*/ 1 h 117"/>
                  <a:gd name="T2" fmla="*/ 0 w 83"/>
                  <a:gd name="T3" fmla="*/ 0 h 117"/>
                  <a:gd name="T4" fmla="*/ 0 w 83"/>
                  <a:gd name="T5" fmla="*/ 4 h 117"/>
                  <a:gd name="T6" fmla="*/ 2 w 83"/>
                  <a:gd name="T7" fmla="*/ 1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060" name="Freeform 21"/>
              <p:cNvSpPr>
                <a:spLocks/>
              </p:cNvSpPr>
              <p:nvPr userDrawn="1"/>
            </p:nvSpPr>
            <p:spPr bwMode="ltGray">
              <a:xfrm>
                <a:off x="1786" y="895"/>
                <a:ext cx="70" cy="49"/>
              </a:xfrm>
              <a:custGeom>
                <a:avLst/>
                <a:gdLst>
                  <a:gd name="T0" fmla="*/ 0 w 140"/>
                  <a:gd name="T1" fmla="*/ 4 h 98"/>
                  <a:gd name="T2" fmla="*/ 4 w 140"/>
                  <a:gd name="T3" fmla="*/ 0 h 98"/>
                  <a:gd name="T4" fmla="*/ 5 w 140"/>
                  <a:gd name="T5" fmla="*/ 2 h 98"/>
                  <a:gd name="T6" fmla="*/ 0 w 140"/>
                  <a:gd name="T7" fmla="*/ 4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061" name="Freeform 22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1 h 49"/>
                  <a:gd name="T2" fmla="*/ 5 w 145"/>
                  <a:gd name="T3" fmla="*/ 0 h 49"/>
                  <a:gd name="T4" fmla="*/ 5 w 145"/>
                  <a:gd name="T5" fmla="*/ 2 h 49"/>
                  <a:gd name="T6" fmla="*/ 0 w 145"/>
                  <a:gd name="T7" fmla="*/ 1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grpSp>
          <p:nvGrpSpPr>
            <p:cNvPr id="1037" name="Group 23"/>
            <p:cNvGrpSpPr>
              <a:grpSpLocks/>
            </p:cNvGrpSpPr>
            <p:nvPr/>
          </p:nvGrpSpPr>
          <p:grpSpPr bwMode="auto">
            <a:xfrm rot="5003157">
              <a:off x="249" y="1102"/>
              <a:ext cx="412" cy="500"/>
              <a:chOff x="1727" y="866"/>
              <a:chExt cx="129" cy="157"/>
            </a:xfrm>
          </p:grpSpPr>
          <p:sp>
            <p:nvSpPr>
              <p:cNvPr id="1056" name="Freeform 24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2 w 83"/>
                  <a:gd name="T1" fmla="*/ 1 h 117"/>
                  <a:gd name="T2" fmla="*/ 0 w 83"/>
                  <a:gd name="T3" fmla="*/ 0 h 117"/>
                  <a:gd name="T4" fmla="*/ 0 w 83"/>
                  <a:gd name="T5" fmla="*/ 4 h 117"/>
                  <a:gd name="T6" fmla="*/ 2 w 83"/>
                  <a:gd name="T7" fmla="*/ 1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057" name="Freeform 25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4 h 98"/>
                  <a:gd name="T2" fmla="*/ 4 w 140"/>
                  <a:gd name="T3" fmla="*/ 0 h 98"/>
                  <a:gd name="T4" fmla="*/ 5 w 140"/>
                  <a:gd name="T5" fmla="*/ 2 h 98"/>
                  <a:gd name="T6" fmla="*/ 0 w 140"/>
                  <a:gd name="T7" fmla="*/ 4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058" name="Freeform 26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1 h 49"/>
                  <a:gd name="T2" fmla="*/ 5 w 145"/>
                  <a:gd name="T3" fmla="*/ 0 h 49"/>
                  <a:gd name="T4" fmla="*/ 5 w 145"/>
                  <a:gd name="T5" fmla="*/ 2 h 49"/>
                  <a:gd name="T6" fmla="*/ 0 w 145"/>
                  <a:gd name="T7" fmla="*/ 1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grpSp>
          <p:nvGrpSpPr>
            <p:cNvPr id="1038" name="Group 27"/>
            <p:cNvGrpSpPr>
              <a:grpSpLocks/>
            </p:cNvGrpSpPr>
            <p:nvPr/>
          </p:nvGrpSpPr>
          <p:grpSpPr bwMode="auto">
            <a:xfrm>
              <a:off x="815" y="0"/>
              <a:ext cx="345" cy="367"/>
              <a:chOff x="1727" y="866"/>
              <a:chExt cx="129" cy="157"/>
            </a:xfrm>
          </p:grpSpPr>
          <p:sp>
            <p:nvSpPr>
              <p:cNvPr id="1053" name="Freeform 28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2 w 83"/>
                  <a:gd name="T1" fmla="*/ 1 h 117"/>
                  <a:gd name="T2" fmla="*/ 0 w 83"/>
                  <a:gd name="T3" fmla="*/ 0 h 117"/>
                  <a:gd name="T4" fmla="*/ 0 w 83"/>
                  <a:gd name="T5" fmla="*/ 4 h 117"/>
                  <a:gd name="T6" fmla="*/ 2 w 83"/>
                  <a:gd name="T7" fmla="*/ 1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054" name="Freeform 29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4 h 98"/>
                  <a:gd name="T2" fmla="*/ 4 w 140"/>
                  <a:gd name="T3" fmla="*/ 0 h 98"/>
                  <a:gd name="T4" fmla="*/ 5 w 140"/>
                  <a:gd name="T5" fmla="*/ 2 h 98"/>
                  <a:gd name="T6" fmla="*/ 0 w 140"/>
                  <a:gd name="T7" fmla="*/ 4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055" name="Freeform 30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1 h 49"/>
                  <a:gd name="T2" fmla="*/ 5 w 145"/>
                  <a:gd name="T3" fmla="*/ 0 h 49"/>
                  <a:gd name="T4" fmla="*/ 5 w 145"/>
                  <a:gd name="T5" fmla="*/ 2 h 49"/>
                  <a:gd name="T6" fmla="*/ 0 w 145"/>
                  <a:gd name="T7" fmla="*/ 1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1039" name="Freeform 31"/>
            <p:cNvSpPr>
              <a:spLocks/>
            </p:cNvSpPr>
            <p:nvPr/>
          </p:nvSpPr>
          <p:spPr bwMode="ltGray">
            <a:xfrm>
              <a:off x="87" y="94"/>
              <a:ext cx="699" cy="756"/>
            </a:xfrm>
            <a:custGeom>
              <a:avLst/>
              <a:gdLst>
                <a:gd name="T0" fmla="*/ 1 w 699"/>
                <a:gd name="T1" fmla="*/ 392 h 756"/>
                <a:gd name="T2" fmla="*/ 3 w 699"/>
                <a:gd name="T3" fmla="*/ 252 h 756"/>
                <a:gd name="T4" fmla="*/ 21 w 699"/>
                <a:gd name="T5" fmla="*/ 210 h 756"/>
                <a:gd name="T6" fmla="*/ 29 w 699"/>
                <a:gd name="T7" fmla="*/ 182 h 756"/>
                <a:gd name="T8" fmla="*/ 39 w 699"/>
                <a:gd name="T9" fmla="*/ 154 h 756"/>
                <a:gd name="T10" fmla="*/ 51 w 699"/>
                <a:gd name="T11" fmla="*/ 138 h 756"/>
                <a:gd name="T12" fmla="*/ 111 w 699"/>
                <a:gd name="T13" fmla="*/ 74 h 756"/>
                <a:gd name="T14" fmla="*/ 169 w 699"/>
                <a:gd name="T15" fmla="*/ 30 h 756"/>
                <a:gd name="T16" fmla="*/ 225 w 699"/>
                <a:gd name="T17" fmla="*/ 10 h 756"/>
                <a:gd name="T18" fmla="*/ 249 w 699"/>
                <a:gd name="T19" fmla="*/ 4 h 756"/>
                <a:gd name="T20" fmla="*/ 265 w 699"/>
                <a:gd name="T21" fmla="*/ 0 h 756"/>
                <a:gd name="T22" fmla="*/ 357 w 699"/>
                <a:gd name="T23" fmla="*/ 2 h 756"/>
                <a:gd name="T24" fmla="*/ 385 w 699"/>
                <a:gd name="T25" fmla="*/ 6 h 756"/>
                <a:gd name="T26" fmla="*/ 489 w 699"/>
                <a:gd name="T27" fmla="*/ 40 h 756"/>
                <a:gd name="T28" fmla="*/ 619 w 699"/>
                <a:gd name="T29" fmla="*/ 128 h 756"/>
                <a:gd name="T30" fmla="*/ 653 w 699"/>
                <a:gd name="T31" fmla="*/ 178 h 756"/>
                <a:gd name="T32" fmla="*/ 693 w 699"/>
                <a:gd name="T33" fmla="*/ 322 h 756"/>
                <a:gd name="T34" fmla="*/ 687 w 699"/>
                <a:gd name="T35" fmla="*/ 434 h 756"/>
                <a:gd name="T36" fmla="*/ 665 w 699"/>
                <a:gd name="T37" fmla="*/ 538 h 756"/>
                <a:gd name="T38" fmla="*/ 639 w 699"/>
                <a:gd name="T39" fmla="*/ 564 h 756"/>
                <a:gd name="T40" fmla="*/ 631 w 699"/>
                <a:gd name="T41" fmla="*/ 580 h 756"/>
                <a:gd name="T42" fmla="*/ 607 w 699"/>
                <a:gd name="T43" fmla="*/ 588 h 756"/>
                <a:gd name="T44" fmla="*/ 473 w 699"/>
                <a:gd name="T45" fmla="*/ 664 h 756"/>
                <a:gd name="T46" fmla="*/ 449 w 699"/>
                <a:gd name="T47" fmla="*/ 678 h 756"/>
                <a:gd name="T48" fmla="*/ 405 w 699"/>
                <a:gd name="T49" fmla="*/ 684 h 756"/>
                <a:gd name="T50" fmla="*/ 375 w 699"/>
                <a:gd name="T51" fmla="*/ 690 h 756"/>
                <a:gd name="T52" fmla="*/ 267 w 699"/>
                <a:gd name="T53" fmla="*/ 684 h 756"/>
                <a:gd name="T54" fmla="*/ 259 w 699"/>
                <a:gd name="T55" fmla="*/ 722 h 756"/>
                <a:gd name="T56" fmla="*/ 241 w 699"/>
                <a:gd name="T57" fmla="*/ 756 h 756"/>
                <a:gd name="T58" fmla="*/ 185 w 699"/>
                <a:gd name="T59" fmla="*/ 728 h 756"/>
                <a:gd name="T60" fmla="*/ 163 w 699"/>
                <a:gd name="T61" fmla="*/ 720 h 756"/>
                <a:gd name="T62" fmla="*/ 151 w 699"/>
                <a:gd name="T63" fmla="*/ 716 h 756"/>
                <a:gd name="T64" fmla="*/ 195 w 699"/>
                <a:gd name="T65" fmla="*/ 674 h 756"/>
                <a:gd name="T66" fmla="*/ 211 w 699"/>
                <a:gd name="T67" fmla="*/ 644 h 756"/>
                <a:gd name="T68" fmla="*/ 209 w 699"/>
                <a:gd name="T69" fmla="*/ 626 h 756"/>
                <a:gd name="T70" fmla="*/ 195 w 699"/>
                <a:gd name="T71" fmla="*/ 620 h 756"/>
                <a:gd name="T72" fmla="*/ 165 w 699"/>
                <a:gd name="T73" fmla="*/ 596 h 756"/>
                <a:gd name="T74" fmla="*/ 99 w 699"/>
                <a:gd name="T75" fmla="*/ 534 h 756"/>
                <a:gd name="T76" fmla="*/ 61 w 699"/>
                <a:gd name="T77" fmla="*/ 506 h 756"/>
                <a:gd name="T78" fmla="*/ 23 w 699"/>
                <a:gd name="T79" fmla="*/ 470 h 756"/>
                <a:gd name="T80" fmla="*/ 7 w 699"/>
                <a:gd name="T81" fmla="*/ 434 h 756"/>
                <a:gd name="T82" fmla="*/ 5 w 699"/>
                <a:gd name="T83" fmla="*/ 396 h 756"/>
                <a:gd name="T84" fmla="*/ 1 w 699"/>
                <a:gd name="T85" fmla="*/ 392 h 75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99" h="756">
                  <a:moveTo>
                    <a:pt x="1" y="392"/>
                  </a:moveTo>
                  <a:cubicBezTo>
                    <a:pt x="2" y="345"/>
                    <a:pt x="2" y="299"/>
                    <a:pt x="3" y="252"/>
                  </a:cubicBezTo>
                  <a:cubicBezTo>
                    <a:pt x="3" y="238"/>
                    <a:pt x="16" y="224"/>
                    <a:pt x="21" y="210"/>
                  </a:cubicBezTo>
                  <a:cubicBezTo>
                    <a:pt x="24" y="202"/>
                    <a:pt x="29" y="182"/>
                    <a:pt x="29" y="182"/>
                  </a:cubicBezTo>
                  <a:cubicBezTo>
                    <a:pt x="32" y="173"/>
                    <a:pt x="34" y="163"/>
                    <a:pt x="39" y="154"/>
                  </a:cubicBezTo>
                  <a:cubicBezTo>
                    <a:pt x="42" y="148"/>
                    <a:pt x="51" y="138"/>
                    <a:pt x="51" y="138"/>
                  </a:cubicBezTo>
                  <a:cubicBezTo>
                    <a:pt x="58" y="116"/>
                    <a:pt x="88" y="82"/>
                    <a:pt x="111" y="74"/>
                  </a:cubicBezTo>
                  <a:cubicBezTo>
                    <a:pt x="128" y="61"/>
                    <a:pt x="149" y="37"/>
                    <a:pt x="169" y="30"/>
                  </a:cubicBezTo>
                  <a:cubicBezTo>
                    <a:pt x="182" y="17"/>
                    <a:pt x="207" y="15"/>
                    <a:pt x="225" y="10"/>
                  </a:cubicBezTo>
                  <a:cubicBezTo>
                    <a:pt x="233" y="8"/>
                    <a:pt x="241" y="6"/>
                    <a:pt x="249" y="4"/>
                  </a:cubicBezTo>
                  <a:cubicBezTo>
                    <a:pt x="254" y="3"/>
                    <a:pt x="265" y="0"/>
                    <a:pt x="265" y="0"/>
                  </a:cubicBezTo>
                  <a:cubicBezTo>
                    <a:pt x="296" y="1"/>
                    <a:pt x="326" y="0"/>
                    <a:pt x="357" y="2"/>
                  </a:cubicBezTo>
                  <a:cubicBezTo>
                    <a:pt x="366" y="2"/>
                    <a:pt x="385" y="6"/>
                    <a:pt x="385" y="6"/>
                  </a:cubicBezTo>
                  <a:cubicBezTo>
                    <a:pt x="417" y="17"/>
                    <a:pt x="463" y="14"/>
                    <a:pt x="489" y="40"/>
                  </a:cubicBezTo>
                  <a:cubicBezTo>
                    <a:pt x="528" y="60"/>
                    <a:pt x="592" y="105"/>
                    <a:pt x="619" y="128"/>
                  </a:cubicBezTo>
                  <a:cubicBezTo>
                    <a:pt x="635" y="134"/>
                    <a:pt x="643" y="164"/>
                    <a:pt x="653" y="178"/>
                  </a:cubicBezTo>
                  <a:cubicBezTo>
                    <a:pt x="667" y="234"/>
                    <a:pt x="687" y="265"/>
                    <a:pt x="693" y="322"/>
                  </a:cubicBezTo>
                  <a:cubicBezTo>
                    <a:pt x="699" y="365"/>
                    <a:pt x="692" y="398"/>
                    <a:pt x="687" y="434"/>
                  </a:cubicBezTo>
                  <a:cubicBezTo>
                    <a:pt x="686" y="469"/>
                    <a:pt x="691" y="510"/>
                    <a:pt x="665" y="538"/>
                  </a:cubicBezTo>
                  <a:cubicBezTo>
                    <a:pt x="657" y="547"/>
                    <a:pt x="644" y="553"/>
                    <a:pt x="639" y="564"/>
                  </a:cubicBezTo>
                  <a:cubicBezTo>
                    <a:pt x="636" y="569"/>
                    <a:pt x="636" y="576"/>
                    <a:pt x="631" y="580"/>
                  </a:cubicBezTo>
                  <a:cubicBezTo>
                    <a:pt x="624" y="585"/>
                    <a:pt x="607" y="588"/>
                    <a:pt x="607" y="588"/>
                  </a:cubicBezTo>
                  <a:cubicBezTo>
                    <a:pt x="581" y="602"/>
                    <a:pt x="499" y="649"/>
                    <a:pt x="473" y="664"/>
                  </a:cubicBezTo>
                  <a:cubicBezTo>
                    <a:pt x="465" y="666"/>
                    <a:pt x="449" y="678"/>
                    <a:pt x="449" y="678"/>
                  </a:cubicBezTo>
                  <a:cubicBezTo>
                    <a:pt x="438" y="685"/>
                    <a:pt x="417" y="679"/>
                    <a:pt x="405" y="684"/>
                  </a:cubicBezTo>
                  <a:cubicBezTo>
                    <a:pt x="396" y="687"/>
                    <a:pt x="385" y="688"/>
                    <a:pt x="375" y="690"/>
                  </a:cubicBezTo>
                  <a:cubicBezTo>
                    <a:pt x="328" y="689"/>
                    <a:pt x="307" y="687"/>
                    <a:pt x="267" y="684"/>
                  </a:cubicBezTo>
                  <a:cubicBezTo>
                    <a:pt x="249" y="690"/>
                    <a:pt x="264" y="683"/>
                    <a:pt x="259" y="722"/>
                  </a:cubicBezTo>
                  <a:cubicBezTo>
                    <a:pt x="258" y="733"/>
                    <a:pt x="250" y="750"/>
                    <a:pt x="241" y="756"/>
                  </a:cubicBezTo>
                  <a:cubicBezTo>
                    <a:pt x="218" y="752"/>
                    <a:pt x="207" y="735"/>
                    <a:pt x="185" y="728"/>
                  </a:cubicBezTo>
                  <a:cubicBezTo>
                    <a:pt x="176" y="725"/>
                    <a:pt x="171" y="724"/>
                    <a:pt x="163" y="720"/>
                  </a:cubicBezTo>
                  <a:cubicBezTo>
                    <a:pt x="159" y="718"/>
                    <a:pt x="151" y="716"/>
                    <a:pt x="151" y="716"/>
                  </a:cubicBezTo>
                  <a:cubicBezTo>
                    <a:pt x="157" y="695"/>
                    <a:pt x="180" y="689"/>
                    <a:pt x="195" y="674"/>
                  </a:cubicBezTo>
                  <a:cubicBezTo>
                    <a:pt x="198" y="665"/>
                    <a:pt x="205" y="652"/>
                    <a:pt x="211" y="644"/>
                  </a:cubicBezTo>
                  <a:cubicBezTo>
                    <a:pt x="210" y="638"/>
                    <a:pt x="212" y="631"/>
                    <a:pt x="209" y="626"/>
                  </a:cubicBezTo>
                  <a:cubicBezTo>
                    <a:pt x="207" y="621"/>
                    <a:pt x="199" y="623"/>
                    <a:pt x="195" y="620"/>
                  </a:cubicBezTo>
                  <a:cubicBezTo>
                    <a:pt x="185" y="612"/>
                    <a:pt x="173" y="606"/>
                    <a:pt x="165" y="596"/>
                  </a:cubicBezTo>
                  <a:cubicBezTo>
                    <a:pt x="146" y="573"/>
                    <a:pt x="123" y="552"/>
                    <a:pt x="99" y="534"/>
                  </a:cubicBezTo>
                  <a:cubicBezTo>
                    <a:pt x="87" y="525"/>
                    <a:pt x="72" y="517"/>
                    <a:pt x="61" y="506"/>
                  </a:cubicBezTo>
                  <a:cubicBezTo>
                    <a:pt x="49" y="494"/>
                    <a:pt x="37" y="480"/>
                    <a:pt x="23" y="470"/>
                  </a:cubicBezTo>
                  <a:cubicBezTo>
                    <a:pt x="13" y="456"/>
                    <a:pt x="10" y="451"/>
                    <a:pt x="7" y="434"/>
                  </a:cubicBezTo>
                  <a:cubicBezTo>
                    <a:pt x="6" y="421"/>
                    <a:pt x="7" y="408"/>
                    <a:pt x="5" y="396"/>
                  </a:cubicBezTo>
                  <a:cubicBezTo>
                    <a:pt x="5" y="394"/>
                    <a:pt x="0" y="391"/>
                    <a:pt x="1" y="392"/>
                  </a:cubicBezTo>
                  <a:close/>
                </a:path>
              </a:pathLst>
            </a:custGeom>
            <a:solidFill>
              <a:schemeClr val="accent1">
                <a:alpha val="50195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0" name="Freeform 32"/>
            <p:cNvSpPr>
              <a:spLocks/>
            </p:cNvSpPr>
            <p:nvPr/>
          </p:nvSpPr>
          <p:spPr bwMode="ltGray">
            <a:xfrm rot="828663">
              <a:off x="242" y="3404"/>
              <a:ext cx="132" cy="167"/>
            </a:xfrm>
            <a:custGeom>
              <a:avLst/>
              <a:gdLst>
                <a:gd name="T0" fmla="*/ 0 w 109"/>
                <a:gd name="T1" fmla="*/ 0 h 156"/>
                <a:gd name="T2" fmla="*/ 12 w 109"/>
                <a:gd name="T3" fmla="*/ 1 h 156"/>
                <a:gd name="T4" fmla="*/ 48 w 109"/>
                <a:gd name="T5" fmla="*/ 5 h 156"/>
                <a:gd name="T6" fmla="*/ 96 w 109"/>
                <a:gd name="T7" fmla="*/ 17 h 156"/>
                <a:gd name="T8" fmla="*/ 151 w 109"/>
                <a:gd name="T9" fmla="*/ 34 h 156"/>
                <a:gd name="T10" fmla="*/ 202 w 109"/>
                <a:gd name="T11" fmla="*/ 62 h 156"/>
                <a:gd name="T12" fmla="*/ 249 w 109"/>
                <a:gd name="T13" fmla="*/ 100 h 156"/>
                <a:gd name="T14" fmla="*/ 279 w 109"/>
                <a:gd name="T15" fmla="*/ 152 h 156"/>
                <a:gd name="T16" fmla="*/ 285 w 109"/>
                <a:gd name="T17" fmla="*/ 221 h 156"/>
                <a:gd name="T18" fmla="*/ 272 w 109"/>
                <a:gd name="T19" fmla="*/ 221 h 156"/>
                <a:gd name="T20" fmla="*/ 258 w 109"/>
                <a:gd name="T21" fmla="*/ 221 h 156"/>
                <a:gd name="T22" fmla="*/ 243 w 109"/>
                <a:gd name="T23" fmla="*/ 221 h 156"/>
                <a:gd name="T24" fmla="*/ 225 w 109"/>
                <a:gd name="T25" fmla="*/ 216 h 156"/>
                <a:gd name="T26" fmla="*/ 211 w 109"/>
                <a:gd name="T27" fmla="*/ 215 h 156"/>
                <a:gd name="T28" fmla="*/ 194 w 109"/>
                <a:gd name="T29" fmla="*/ 211 h 156"/>
                <a:gd name="T30" fmla="*/ 172 w 109"/>
                <a:gd name="T31" fmla="*/ 204 h 156"/>
                <a:gd name="T32" fmla="*/ 151 w 109"/>
                <a:gd name="T33" fmla="*/ 196 h 156"/>
                <a:gd name="T34" fmla="*/ 138 w 109"/>
                <a:gd name="T35" fmla="*/ 178 h 156"/>
                <a:gd name="T36" fmla="*/ 138 w 109"/>
                <a:gd name="T37" fmla="*/ 156 h 156"/>
                <a:gd name="T38" fmla="*/ 145 w 109"/>
                <a:gd name="T39" fmla="*/ 135 h 156"/>
                <a:gd name="T40" fmla="*/ 153 w 109"/>
                <a:gd name="T41" fmla="*/ 112 h 156"/>
                <a:gd name="T42" fmla="*/ 145 w 109"/>
                <a:gd name="T43" fmla="*/ 87 h 156"/>
                <a:gd name="T44" fmla="*/ 125 w 109"/>
                <a:gd name="T45" fmla="*/ 60 h 156"/>
                <a:gd name="T46" fmla="*/ 82 w 109"/>
                <a:gd name="T47" fmla="*/ 33 h 156"/>
                <a:gd name="T48" fmla="*/ 0 w 109"/>
                <a:gd name="T49" fmla="*/ 0 h 15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09" h="156">
                  <a:moveTo>
                    <a:pt x="0" y="0"/>
                  </a:moveTo>
                  <a:lnTo>
                    <a:pt x="5" y="1"/>
                  </a:lnTo>
                  <a:lnTo>
                    <a:pt x="18" y="5"/>
                  </a:lnTo>
                  <a:lnTo>
                    <a:pt x="37" y="12"/>
                  </a:lnTo>
                  <a:lnTo>
                    <a:pt x="58" y="24"/>
                  </a:lnTo>
                  <a:lnTo>
                    <a:pt x="78" y="44"/>
                  </a:lnTo>
                  <a:lnTo>
                    <a:pt x="96" y="71"/>
                  </a:lnTo>
                  <a:lnTo>
                    <a:pt x="107" y="108"/>
                  </a:lnTo>
                  <a:lnTo>
                    <a:pt x="109" y="156"/>
                  </a:lnTo>
                  <a:lnTo>
                    <a:pt x="105" y="156"/>
                  </a:lnTo>
                  <a:lnTo>
                    <a:pt x="99" y="156"/>
                  </a:lnTo>
                  <a:lnTo>
                    <a:pt x="93" y="156"/>
                  </a:lnTo>
                  <a:lnTo>
                    <a:pt x="87" y="154"/>
                  </a:lnTo>
                  <a:lnTo>
                    <a:pt x="81" y="153"/>
                  </a:lnTo>
                  <a:lnTo>
                    <a:pt x="74" y="150"/>
                  </a:lnTo>
                  <a:lnTo>
                    <a:pt x="66" y="145"/>
                  </a:lnTo>
                  <a:lnTo>
                    <a:pt x="58" y="139"/>
                  </a:lnTo>
                  <a:lnTo>
                    <a:pt x="53" y="126"/>
                  </a:lnTo>
                  <a:lnTo>
                    <a:pt x="53" y="111"/>
                  </a:lnTo>
                  <a:lnTo>
                    <a:pt x="56" y="96"/>
                  </a:lnTo>
                  <a:lnTo>
                    <a:pt x="59" y="80"/>
                  </a:lnTo>
                  <a:lnTo>
                    <a:pt x="56" y="62"/>
                  </a:lnTo>
                  <a:lnTo>
                    <a:pt x="48" y="43"/>
                  </a:lnTo>
                  <a:lnTo>
                    <a:pt x="31" y="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1" name="Freeform 33"/>
            <p:cNvSpPr>
              <a:spLocks/>
            </p:cNvSpPr>
            <p:nvPr/>
          </p:nvSpPr>
          <p:spPr bwMode="ltGray">
            <a:xfrm rot="828663">
              <a:off x="266" y="3592"/>
              <a:ext cx="66" cy="43"/>
            </a:xfrm>
            <a:custGeom>
              <a:avLst/>
              <a:gdLst>
                <a:gd name="T0" fmla="*/ 0 w 54"/>
                <a:gd name="T1" fmla="*/ 0 h 40"/>
                <a:gd name="T2" fmla="*/ 1 w 54"/>
                <a:gd name="T3" fmla="*/ 1 h 40"/>
                <a:gd name="T4" fmla="*/ 16 w 54"/>
                <a:gd name="T5" fmla="*/ 3 h 40"/>
                <a:gd name="T6" fmla="*/ 35 w 54"/>
                <a:gd name="T7" fmla="*/ 13 h 40"/>
                <a:gd name="T8" fmla="*/ 59 w 54"/>
                <a:gd name="T9" fmla="*/ 17 h 40"/>
                <a:gd name="T10" fmla="*/ 79 w 54"/>
                <a:gd name="T11" fmla="*/ 20 h 40"/>
                <a:gd name="T12" fmla="*/ 101 w 54"/>
                <a:gd name="T13" fmla="*/ 24 h 40"/>
                <a:gd name="T14" fmla="*/ 123 w 54"/>
                <a:gd name="T15" fmla="*/ 26 h 40"/>
                <a:gd name="T16" fmla="*/ 148 w 54"/>
                <a:gd name="T17" fmla="*/ 22 h 40"/>
                <a:gd name="T18" fmla="*/ 145 w 54"/>
                <a:gd name="T19" fmla="*/ 35 h 40"/>
                <a:gd name="T20" fmla="*/ 137 w 54"/>
                <a:gd name="T21" fmla="*/ 47 h 40"/>
                <a:gd name="T22" fmla="*/ 121 w 54"/>
                <a:gd name="T23" fmla="*/ 55 h 40"/>
                <a:gd name="T24" fmla="*/ 100 w 54"/>
                <a:gd name="T25" fmla="*/ 57 h 40"/>
                <a:gd name="T26" fmla="*/ 76 w 54"/>
                <a:gd name="T27" fmla="*/ 56 h 40"/>
                <a:gd name="T28" fmla="*/ 51 w 54"/>
                <a:gd name="T29" fmla="*/ 46 h 40"/>
                <a:gd name="T30" fmla="*/ 27 w 54"/>
                <a:gd name="T31" fmla="*/ 30 h 40"/>
                <a:gd name="T32" fmla="*/ 0 w 54"/>
                <a:gd name="T33" fmla="*/ 0 h 4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54" h="40">
                  <a:moveTo>
                    <a:pt x="0" y="0"/>
                  </a:moveTo>
                  <a:lnTo>
                    <a:pt x="1" y="1"/>
                  </a:lnTo>
                  <a:lnTo>
                    <a:pt x="6" y="3"/>
                  </a:lnTo>
                  <a:lnTo>
                    <a:pt x="13" y="8"/>
                  </a:lnTo>
                  <a:lnTo>
                    <a:pt x="21" y="12"/>
                  </a:lnTo>
                  <a:lnTo>
                    <a:pt x="29" y="15"/>
                  </a:lnTo>
                  <a:lnTo>
                    <a:pt x="38" y="17"/>
                  </a:lnTo>
                  <a:lnTo>
                    <a:pt x="46" y="18"/>
                  </a:lnTo>
                  <a:lnTo>
                    <a:pt x="54" y="16"/>
                  </a:lnTo>
                  <a:lnTo>
                    <a:pt x="53" y="25"/>
                  </a:lnTo>
                  <a:lnTo>
                    <a:pt x="50" y="33"/>
                  </a:lnTo>
                  <a:lnTo>
                    <a:pt x="44" y="38"/>
                  </a:lnTo>
                  <a:lnTo>
                    <a:pt x="37" y="40"/>
                  </a:lnTo>
                  <a:lnTo>
                    <a:pt x="28" y="39"/>
                  </a:lnTo>
                  <a:lnTo>
                    <a:pt x="19" y="32"/>
                  </a:lnTo>
                  <a:lnTo>
                    <a:pt x="10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2" name="Freeform 34"/>
            <p:cNvSpPr>
              <a:spLocks/>
            </p:cNvSpPr>
            <p:nvPr/>
          </p:nvSpPr>
          <p:spPr bwMode="ltGray">
            <a:xfrm>
              <a:off x="11" y="4110"/>
              <a:ext cx="118" cy="209"/>
            </a:xfrm>
            <a:custGeom>
              <a:avLst/>
              <a:gdLst>
                <a:gd name="T0" fmla="*/ 0 w 118"/>
                <a:gd name="T1" fmla="*/ 0 h 209"/>
                <a:gd name="T2" fmla="*/ 6 w 118"/>
                <a:gd name="T3" fmla="*/ 8 h 209"/>
                <a:gd name="T4" fmla="*/ 15 w 118"/>
                <a:gd name="T5" fmla="*/ 19 h 209"/>
                <a:gd name="T6" fmla="*/ 26 w 118"/>
                <a:gd name="T7" fmla="*/ 33 h 209"/>
                <a:gd name="T8" fmla="*/ 38 w 118"/>
                <a:gd name="T9" fmla="*/ 51 h 209"/>
                <a:gd name="T10" fmla="*/ 54 w 118"/>
                <a:gd name="T11" fmla="*/ 72 h 209"/>
                <a:gd name="T12" fmla="*/ 67 w 118"/>
                <a:gd name="T13" fmla="*/ 94 h 209"/>
                <a:gd name="T14" fmla="*/ 79 w 118"/>
                <a:gd name="T15" fmla="*/ 119 h 209"/>
                <a:gd name="T16" fmla="*/ 87 w 118"/>
                <a:gd name="T17" fmla="*/ 146 h 209"/>
                <a:gd name="T18" fmla="*/ 94 w 118"/>
                <a:gd name="T19" fmla="*/ 175 h 209"/>
                <a:gd name="T20" fmla="*/ 91 w 118"/>
                <a:gd name="T21" fmla="*/ 209 h 209"/>
                <a:gd name="T22" fmla="*/ 118 w 118"/>
                <a:gd name="T23" fmla="*/ 209 h 209"/>
                <a:gd name="T24" fmla="*/ 117 w 118"/>
                <a:gd name="T25" fmla="*/ 177 h 209"/>
                <a:gd name="T26" fmla="*/ 104 w 118"/>
                <a:gd name="T27" fmla="*/ 119 h 209"/>
                <a:gd name="T28" fmla="*/ 82 w 118"/>
                <a:gd name="T29" fmla="*/ 69 h 209"/>
                <a:gd name="T30" fmla="*/ 47 w 118"/>
                <a:gd name="T31" fmla="*/ 27 h 209"/>
                <a:gd name="T32" fmla="*/ 0 w 118"/>
                <a:gd name="T33" fmla="*/ 0 h 20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18" h="209">
                  <a:moveTo>
                    <a:pt x="0" y="0"/>
                  </a:moveTo>
                  <a:lnTo>
                    <a:pt x="6" y="8"/>
                  </a:lnTo>
                  <a:lnTo>
                    <a:pt x="15" y="19"/>
                  </a:lnTo>
                  <a:lnTo>
                    <a:pt x="26" y="33"/>
                  </a:lnTo>
                  <a:lnTo>
                    <a:pt x="38" y="51"/>
                  </a:lnTo>
                  <a:lnTo>
                    <a:pt x="54" y="72"/>
                  </a:lnTo>
                  <a:lnTo>
                    <a:pt x="67" y="94"/>
                  </a:lnTo>
                  <a:lnTo>
                    <a:pt x="79" y="119"/>
                  </a:lnTo>
                  <a:lnTo>
                    <a:pt x="87" y="146"/>
                  </a:lnTo>
                  <a:lnTo>
                    <a:pt x="94" y="175"/>
                  </a:lnTo>
                  <a:lnTo>
                    <a:pt x="91" y="209"/>
                  </a:lnTo>
                  <a:lnTo>
                    <a:pt x="118" y="209"/>
                  </a:lnTo>
                  <a:lnTo>
                    <a:pt x="117" y="177"/>
                  </a:lnTo>
                  <a:lnTo>
                    <a:pt x="104" y="119"/>
                  </a:lnTo>
                  <a:lnTo>
                    <a:pt x="82" y="69"/>
                  </a:lnTo>
                  <a:lnTo>
                    <a:pt x="47" y="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3" name="Freeform 35"/>
            <p:cNvSpPr>
              <a:spLocks/>
            </p:cNvSpPr>
            <p:nvPr/>
          </p:nvSpPr>
          <p:spPr bwMode="ltGray">
            <a:xfrm>
              <a:off x="0" y="3968"/>
              <a:ext cx="130" cy="128"/>
            </a:xfrm>
            <a:custGeom>
              <a:avLst/>
              <a:gdLst>
                <a:gd name="T0" fmla="*/ 103 w 130"/>
                <a:gd name="T1" fmla="*/ 0 h 128"/>
                <a:gd name="T2" fmla="*/ 130 w 130"/>
                <a:gd name="T3" fmla="*/ 128 h 128"/>
                <a:gd name="T4" fmla="*/ 125 w 130"/>
                <a:gd name="T5" fmla="*/ 126 h 128"/>
                <a:gd name="T6" fmla="*/ 111 w 130"/>
                <a:gd name="T7" fmla="*/ 121 h 128"/>
                <a:gd name="T8" fmla="*/ 92 w 130"/>
                <a:gd name="T9" fmla="*/ 111 h 128"/>
                <a:gd name="T10" fmla="*/ 68 w 130"/>
                <a:gd name="T11" fmla="*/ 103 h 128"/>
                <a:gd name="T12" fmla="*/ 41 w 130"/>
                <a:gd name="T13" fmla="*/ 94 h 128"/>
                <a:gd name="T14" fmla="*/ 19 w 130"/>
                <a:gd name="T15" fmla="*/ 90 h 128"/>
                <a:gd name="T16" fmla="*/ 0 w 130"/>
                <a:gd name="T17" fmla="*/ 93 h 128"/>
                <a:gd name="T18" fmla="*/ 0 w 130"/>
                <a:gd name="T19" fmla="*/ 72 h 128"/>
                <a:gd name="T20" fmla="*/ 12 w 130"/>
                <a:gd name="T21" fmla="*/ 70 h 128"/>
                <a:gd name="T22" fmla="*/ 24 w 130"/>
                <a:gd name="T23" fmla="*/ 66 h 128"/>
                <a:gd name="T24" fmla="*/ 38 w 130"/>
                <a:gd name="T25" fmla="*/ 66 h 128"/>
                <a:gd name="T26" fmla="*/ 51 w 130"/>
                <a:gd name="T27" fmla="*/ 67 h 128"/>
                <a:gd name="T28" fmla="*/ 65 w 130"/>
                <a:gd name="T29" fmla="*/ 70 h 128"/>
                <a:gd name="T30" fmla="*/ 78 w 130"/>
                <a:gd name="T31" fmla="*/ 78 h 128"/>
                <a:gd name="T32" fmla="*/ 81 w 130"/>
                <a:gd name="T33" fmla="*/ 74 h 128"/>
                <a:gd name="T34" fmla="*/ 81 w 130"/>
                <a:gd name="T35" fmla="*/ 58 h 128"/>
                <a:gd name="T36" fmla="*/ 82 w 130"/>
                <a:gd name="T37" fmla="*/ 37 h 128"/>
                <a:gd name="T38" fmla="*/ 82 w 130"/>
                <a:gd name="T39" fmla="*/ 29 h 128"/>
                <a:gd name="T40" fmla="*/ 80 w 130"/>
                <a:gd name="T41" fmla="*/ 29 h 128"/>
                <a:gd name="T42" fmla="*/ 77 w 130"/>
                <a:gd name="T43" fmla="*/ 27 h 128"/>
                <a:gd name="T44" fmla="*/ 76 w 130"/>
                <a:gd name="T45" fmla="*/ 22 h 128"/>
                <a:gd name="T46" fmla="*/ 75 w 130"/>
                <a:gd name="T47" fmla="*/ 19 h 128"/>
                <a:gd name="T48" fmla="*/ 76 w 130"/>
                <a:gd name="T49" fmla="*/ 15 h 128"/>
                <a:gd name="T50" fmla="*/ 79 w 130"/>
                <a:gd name="T51" fmla="*/ 10 h 128"/>
                <a:gd name="T52" fmla="*/ 89 w 130"/>
                <a:gd name="T53" fmla="*/ 6 h 128"/>
                <a:gd name="T54" fmla="*/ 103 w 130"/>
                <a:gd name="T55" fmla="*/ 0 h 128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130" h="128">
                  <a:moveTo>
                    <a:pt x="103" y="0"/>
                  </a:moveTo>
                  <a:lnTo>
                    <a:pt x="130" y="128"/>
                  </a:lnTo>
                  <a:lnTo>
                    <a:pt x="125" y="126"/>
                  </a:lnTo>
                  <a:lnTo>
                    <a:pt x="111" y="121"/>
                  </a:lnTo>
                  <a:lnTo>
                    <a:pt x="92" y="111"/>
                  </a:lnTo>
                  <a:lnTo>
                    <a:pt x="68" y="103"/>
                  </a:lnTo>
                  <a:lnTo>
                    <a:pt x="41" y="94"/>
                  </a:lnTo>
                  <a:lnTo>
                    <a:pt x="19" y="90"/>
                  </a:lnTo>
                  <a:lnTo>
                    <a:pt x="0" y="93"/>
                  </a:lnTo>
                  <a:lnTo>
                    <a:pt x="0" y="72"/>
                  </a:lnTo>
                  <a:lnTo>
                    <a:pt x="12" y="70"/>
                  </a:lnTo>
                  <a:lnTo>
                    <a:pt x="24" y="66"/>
                  </a:lnTo>
                  <a:lnTo>
                    <a:pt x="38" y="66"/>
                  </a:lnTo>
                  <a:lnTo>
                    <a:pt x="51" y="67"/>
                  </a:lnTo>
                  <a:lnTo>
                    <a:pt x="65" y="70"/>
                  </a:lnTo>
                  <a:lnTo>
                    <a:pt x="78" y="78"/>
                  </a:lnTo>
                  <a:lnTo>
                    <a:pt x="81" y="74"/>
                  </a:lnTo>
                  <a:lnTo>
                    <a:pt x="81" y="58"/>
                  </a:lnTo>
                  <a:lnTo>
                    <a:pt x="82" y="37"/>
                  </a:lnTo>
                  <a:lnTo>
                    <a:pt x="82" y="29"/>
                  </a:lnTo>
                  <a:lnTo>
                    <a:pt x="80" y="29"/>
                  </a:lnTo>
                  <a:lnTo>
                    <a:pt x="77" y="27"/>
                  </a:lnTo>
                  <a:lnTo>
                    <a:pt x="76" y="22"/>
                  </a:lnTo>
                  <a:lnTo>
                    <a:pt x="75" y="19"/>
                  </a:lnTo>
                  <a:lnTo>
                    <a:pt x="76" y="15"/>
                  </a:lnTo>
                  <a:lnTo>
                    <a:pt x="79" y="10"/>
                  </a:lnTo>
                  <a:lnTo>
                    <a:pt x="89" y="6"/>
                  </a:lnTo>
                  <a:lnTo>
                    <a:pt x="103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4" name="Freeform 36"/>
            <p:cNvSpPr>
              <a:spLocks/>
            </p:cNvSpPr>
            <p:nvPr/>
          </p:nvSpPr>
          <p:spPr bwMode="ltGray">
            <a:xfrm>
              <a:off x="0" y="3949"/>
              <a:ext cx="47" cy="86"/>
            </a:xfrm>
            <a:custGeom>
              <a:avLst/>
              <a:gdLst>
                <a:gd name="T0" fmla="*/ 37 w 47"/>
                <a:gd name="T1" fmla="*/ 0 h 86"/>
                <a:gd name="T2" fmla="*/ 15 w 47"/>
                <a:gd name="T3" fmla="*/ 37 h 86"/>
                <a:gd name="T4" fmla="*/ 0 w 47"/>
                <a:gd name="T5" fmla="*/ 59 h 86"/>
                <a:gd name="T6" fmla="*/ 0 w 47"/>
                <a:gd name="T7" fmla="*/ 86 h 86"/>
                <a:gd name="T8" fmla="*/ 8 w 47"/>
                <a:gd name="T9" fmla="*/ 82 h 86"/>
                <a:gd name="T10" fmla="*/ 20 w 47"/>
                <a:gd name="T11" fmla="*/ 73 h 86"/>
                <a:gd name="T12" fmla="*/ 33 w 47"/>
                <a:gd name="T13" fmla="*/ 63 h 86"/>
                <a:gd name="T14" fmla="*/ 42 w 47"/>
                <a:gd name="T15" fmla="*/ 51 h 86"/>
                <a:gd name="T16" fmla="*/ 47 w 47"/>
                <a:gd name="T17" fmla="*/ 36 h 86"/>
                <a:gd name="T18" fmla="*/ 46 w 47"/>
                <a:gd name="T19" fmla="*/ 19 h 86"/>
                <a:gd name="T20" fmla="*/ 37 w 47"/>
                <a:gd name="T21" fmla="*/ 0 h 8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7" h="86">
                  <a:moveTo>
                    <a:pt x="37" y="0"/>
                  </a:moveTo>
                  <a:lnTo>
                    <a:pt x="15" y="37"/>
                  </a:lnTo>
                  <a:lnTo>
                    <a:pt x="0" y="59"/>
                  </a:lnTo>
                  <a:lnTo>
                    <a:pt x="0" y="86"/>
                  </a:lnTo>
                  <a:lnTo>
                    <a:pt x="8" y="82"/>
                  </a:lnTo>
                  <a:lnTo>
                    <a:pt x="20" y="73"/>
                  </a:lnTo>
                  <a:lnTo>
                    <a:pt x="33" y="63"/>
                  </a:lnTo>
                  <a:lnTo>
                    <a:pt x="42" y="51"/>
                  </a:lnTo>
                  <a:lnTo>
                    <a:pt x="47" y="36"/>
                  </a:lnTo>
                  <a:lnTo>
                    <a:pt x="46" y="19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5" name="Freeform 37"/>
            <p:cNvSpPr>
              <a:spLocks/>
            </p:cNvSpPr>
            <p:nvPr/>
          </p:nvSpPr>
          <p:spPr bwMode="ltGray">
            <a:xfrm>
              <a:off x="0" y="3239"/>
              <a:ext cx="497" cy="740"/>
            </a:xfrm>
            <a:custGeom>
              <a:avLst/>
              <a:gdLst>
                <a:gd name="T0" fmla="*/ 0 w 497"/>
                <a:gd name="T1" fmla="*/ 13 h 740"/>
                <a:gd name="T2" fmla="*/ 41 w 497"/>
                <a:gd name="T3" fmla="*/ 4 h 740"/>
                <a:gd name="T4" fmla="*/ 101 w 497"/>
                <a:gd name="T5" fmla="*/ 0 h 740"/>
                <a:gd name="T6" fmla="*/ 170 w 497"/>
                <a:gd name="T7" fmla="*/ 4 h 740"/>
                <a:gd name="T8" fmla="*/ 248 w 497"/>
                <a:gd name="T9" fmla="*/ 21 h 740"/>
                <a:gd name="T10" fmla="*/ 323 w 497"/>
                <a:gd name="T11" fmla="*/ 50 h 740"/>
                <a:gd name="T12" fmla="*/ 382 w 497"/>
                <a:gd name="T13" fmla="*/ 90 h 740"/>
                <a:gd name="T14" fmla="*/ 428 w 497"/>
                <a:gd name="T15" fmla="*/ 141 h 740"/>
                <a:gd name="T16" fmla="*/ 463 w 497"/>
                <a:gd name="T17" fmla="*/ 199 h 740"/>
                <a:gd name="T18" fmla="*/ 485 w 497"/>
                <a:gd name="T19" fmla="*/ 262 h 740"/>
                <a:gd name="T20" fmla="*/ 496 w 497"/>
                <a:gd name="T21" fmla="*/ 327 h 740"/>
                <a:gd name="T22" fmla="*/ 497 w 497"/>
                <a:gd name="T23" fmla="*/ 396 h 740"/>
                <a:gd name="T24" fmla="*/ 487 w 497"/>
                <a:gd name="T25" fmla="*/ 462 h 740"/>
                <a:gd name="T26" fmla="*/ 470 w 497"/>
                <a:gd name="T27" fmla="*/ 527 h 740"/>
                <a:gd name="T28" fmla="*/ 443 w 497"/>
                <a:gd name="T29" fmla="*/ 586 h 740"/>
                <a:gd name="T30" fmla="*/ 406 w 497"/>
                <a:gd name="T31" fmla="*/ 639 h 740"/>
                <a:gd name="T32" fmla="*/ 364 w 497"/>
                <a:gd name="T33" fmla="*/ 683 h 740"/>
                <a:gd name="T34" fmla="*/ 315 w 497"/>
                <a:gd name="T35" fmla="*/ 715 h 740"/>
                <a:gd name="T36" fmla="*/ 259 w 497"/>
                <a:gd name="T37" fmla="*/ 736 h 740"/>
                <a:gd name="T38" fmla="*/ 198 w 497"/>
                <a:gd name="T39" fmla="*/ 740 h 740"/>
                <a:gd name="T40" fmla="*/ 131 w 497"/>
                <a:gd name="T41" fmla="*/ 727 h 740"/>
                <a:gd name="T42" fmla="*/ 167 w 497"/>
                <a:gd name="T43" fmla="*/ 728 h 740"/>
                <a:gd name="T44" fmla="*/ 204 w 497"/>
                <a:gd name="T45" fmla="*/ 718 h 740"/>
                <a:gd name="T46" fmla="*/ 238 w 497"/>
                <a:gd name="T47" fmla="*/ 700 h 740"/>
                <a:gd name="T48" fmla="*/ 272 w 497"/>
                <a:gd name="T49" fmla="*/ 670 h 740"/>
                <a:gd name="T50" fmla="*/ 304 w 497"/>
                <a:gd name="T51" fmla="*/ 635 h 740"/>
                <a:gd name="T52" fmla="*/ 333 w 497"/>
                <a:gd name="T53" fmla="*/ 594 h 740"/>
                <a:gd name="T54" fmla="*/ 358 w 497"/>
                <a:gd name="T55" fmla="*/ 549 h 740"/>
                <a:gd name="T56" fmla="*/ 381 w 497"/>
                <a:gd name="T57" fmla="*/ 500 h 740"/>
                <a:gd name="T58" fmla="*/ 396 w 497"/>
                <a:gd name="T59" fmla="*/ 449 h 740"/>
                <a:gd name="T60" fmla="*/ 408 w 497"/>
                <a:gd name="T61" fmla="*/ 397 h 740"/>
                <a:gd name="T62" fmla="*/ 414 w 497"/>
                <a:gd name="T63" fmla="*/ 346 h 740"/>
                <a:gd name="T64" fmla="*/ 412 w 497"/>
                <a:gd name="T65" fmla="*/ 296 h 740"/>
                <a:gd name="T66" fmla="*/ 402 w 497"/>
                <a:gd name="T67" fmla="*/ 251 h 740"/>
                <a:gd name="T68" fmla="*/ 384 w 497"/>
                <a:gd name="T69" fmla="*/ 208 h 740"/>
                <a:gd name="T70" fmla="*/ 357 w 497"/>
                <a:gd name="T71" fmla="*/ 172 h 740"/>
                <a:gd name="T72" fmla="*/ 320 w 497"/>
                <a:gd name="T73" fmla="*/ 142 h 740"/>
                <a:gd name="T74" fmla="*/ 260 w 497"/>
                <a:gd name="T75" fmla="*/ 107 h 740"/>
                <a:gd name="T76" fmla="*/ 203 w 497"/>
                <a:gd name="T77" fmla="*/ 82 h 740"/>
                <a:gd name="T78" fmla="*/ 154 w 497"/>
                <a:gd name="T79" fmla="*/ 65 h 740"/>
                <a:gd name="T80" fmla="*/ 108 w 497"/>
                <a:gd name="T81" fmla="*/ 56 h 740"/>
                <a:gd name="T82" fmla="*/ 68 w 497"/>
                <a:gd name="T83" fmla="*/ 55 h 740"/>
                <a:gd name="T84" fmla="*/ 32 w 497"/>
                <a:gd name="T85" fmla="*/ 61 h 740"/>
                <a:gd name="T86" fmla="*/ 0 w 497"/>
                <a:gd name="T87" fmla="*/ 70 h 740"/>
                <a:gd name="T88" fmla="*/ 0 w 497"/>
                <a:gd name="T89" fmla="*/ 13 h 740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497" h="740">
                  <a:moveTo>
                    <a:pt x="0" y="13"/>
                  </a:moveTo>
                  <a:lnTo>
                    <a:pt x="41" y="4"/>
                  </a:lnTo>
                  <a:lnTo>
                    <a:pt x="101" y="0"/>
                  </a:lnTo>
                  <a:lnTo>
                    <a:pt x="170" y="4"/>
                  </a:lnTo>
                  <a:lnTo>
                    <a:pt x="248" y="21"/>
                  </a:lnTo>
                  <a:lnTo>
                    <a:pt x="323" y="50"/>
                  </a:lnTo>
                  <a:lnTo>
                    <a:pt x="382" y="90"/>
                  </a:lnTo>
                  <a:lnTo>
                    <a:pt x="428" y="141"/>
                  </a:lnTo>
                  <a:lnTo>
                    <a:pt x="463" y="199"/>
                  </a:lnTo>
                  <a:lnTo>
                    <a:pt x="485" y="262"/>
                  </a:lnTo>
                  <a:lnTo>
                    <a:pt x="496" y="327"/>
                  </a:lnTo>
                  <a:lnTo>
                    <a:pt x="497" y="396"/>
                  </a:lnTo>
                  <a:lnTo>
                    <a:pt x="487" y="462"/>
                  </a:lnTo>
                  <a:lnTo>
                    <a:pt x="470" y="527"/>
                  </a:lnTo>
                  <a:lnTo>
                    <a:pt x="443" y="586"/>
                  </a:lnTo>
                  <a:lnTo>
                    <a:pt x="406" y="639"/>
                  </a:lnTo>
                  <a:lnTo>
                    <a:pt x="364" y="683"/>
                  </a:lnTo>
                  <a:lnTo>
                    <a:pt x="315" y="715"/>
                  </a:lnTo>
                  <a:lnTo>
                    <a:pt x="259" y="736"/>
                  </a:lnTo>
                  <a:lnTo>
                    <a:pt x="198" y="740"/>
                  </a:lnTo>
                  <a:lnTo>
                    <a:pt x="131" y="727"/>
                  </a:lnTo>
                  <a:lnTo>
                    <a:pt x="167" y="728"/>
                  </a:lnTo>
                  <a:lnTo>
                    <a:pt x="204" y="718"/>
                  </a:lnTo>
                  <a:lnTo>
                    <a:pt x="238" y="700"/>
                  </a:lnTo>
                  <a:lnTo>
                    <a:pt x="272" y="670"/>
                  </a:lnTo>
                  <a:lnTo>
                    <a:pt x="304" y="635"/>
                  </a:lnTo>
                  <a:lnTo>
                    <a:pt x="333" y="594"/>
                  </a:lnTo>
                  <a:lnTo>
                    <a:pt x="358" y="549"/>
                  </a:lnTo>
                  <a:lnTo>
                    <a:pt x="381" y="500"/>
                  </a:lnTo>
                  <a:lnTo>
                    <a:pt x="396" y="449"/>
                  </a:lnTo>
                  <a:lnTo>
                    <a:pt x="408" y="397"/>
                  </a:lnTo>
                  <a:lnTo>
                    <a:pt x="414" y="346"/>
                  </a:lnTo>
                  <a:lnTo>
                    <a:pt x="412" y="296"/>
                  </a:lnTo>
                  <a:lnTo>
                    <a:pt x="402" y="251"/>
                  </a:lnTo>
                  <a:lnTo>
                    <a:pt x="384" y="208"/>
                  </a:lnTo>
                  <a:lnTo>
                    <a:pt x="357" y="172"/>
                  </a:lnTo>
                  <a:lnTo>
                    <a:pt x="320" y="142"/>
                  </a:lnTo>
                  <a:lnTo>
                    <a:pt x="260" y="107"/>
                  </a:lnTo>
                  <a:lnTo>
                    <a:pt x="203" y="82"/>
                  </a:lnTo>
                  <a:lnTo>
                    <a:pt x="154" y="65"/>
                  </a:lnTo>
                  <a:lnTo>
                    <a:pt x="108" y="56"/>
                  </a:lnTo>
                  <a:lnTo>
                    <a:pt x="68" y="55"/>
                  </a:lnTo>
                  <a:lnTo>
                    <a:pt x="32" y="61"/>
                  </a:lnTo>
                  <a:lnTo>
                    <a:pt x="0" y="70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6" name="Freeform 38"/>
            <p:cNvSpPr>
              <a:spLocks/>
            </p:cNvSpPr>
            <p:nvPr/>
          </p:nvSpPr>
          <p:spPr bwMode="ltGray">
            <a:xfrm rot="1584153">
              <a:off x="20" y="410"/>
              <a:ext cx="344" cy="245"/>
            </a:xfrm>
            <a:custGeom>
              <a:avLst/>
              <a:gdLst>
                <a:gd name="T0" fmla="*/ 0 w 257"/>
                <a:gd name="T1" fmla="*/ 0 h 237"/>
                <a:gd name="T2" fmla="*/ 0 w 257"/>
                <a:gd name="T3" fmla="*/ 30 h 237"/>
                <a:gd name="T4" fmla="*/ 12 w 257"/>
                <a:gd name="T5" fmla="*/ 60 h 237"/>
                <a:gd name="T6" fmla="*/ 27 w 257"/>
                <a:gd name="T7" fmla="*/ 90 h 237"/>
                <a:gd name="T8" fmla="*/ 48 w 257"/>
                <a:gd name="T9" fmla="*/ 116 h 237"/>
                <a:gd name="T10" fmla="*/ 78 w 257"/>
                <a:gd name="T11" fmla="*/ 140 h 237"/>
                <a:gd name="T12" fmla="*/ 115 w 257"/>
                <a:gd name="T13" fmla="*/ 166 h 237"/>
                <a:gd name="T14" fmla="*/ 163 w 257"/>
                <a:gd name="T15" fmla="*/ 190 h 237"/>
                <a:gd name="T16" fmla="*/ 218 w 257"/>
                <a:gd name="T17" fmla="*/ 210 h 237"/>
                <a:gd name="T18" fmla="*/ 289 w 257"/>
                <a:gd name="T19" fmla="*/ 229 h 237"/>
                <a:gd name="T20" fmla="*/ 369 w 257"/>
                <a:gd name="T21" fmla="*/ 245 h 237"/>
                <a:gd name="T22" fmla="*/ 455 w 257"/>
                <a:gd name="T23" fmla="*/ 258 h 237"/>
                <a:gd name="T24" fmla="*/ 561 w 257"/>
                <a:gd name="T25" fmla="*/ 270 h 237"/>
                <a:gd name="T26" fmla="*/ 676 w 257"/>
                <a:gd name="T27" fmla="*/ 276 h 237"/>
                <a:gd name="T28" fmla="*/ 808 w 257"/>
                <a:gd name="T29" fmla="*/ 280 h 237"/>
                <a:gd name="T30" fmla="*/ 944 w 257"/>
                <a:gd name="T31" fmla="*/ 279 h 237"/>
                <a:gd name="T32" fmla="*/ 1104 w 257"/>
                <a:gd name="T33" fmla="*/ 274 h 237"/>
                <a:gd name="T34" fmla="*/ 964 w 257"/>
                <a:gd name="T35" fmla="*/ 268 h 237"/>
                <a:gd name="T36" fmla="*/ 837 w 257"/>
                <a:gd name="T37" fmla="*/ 259 h 237"/>
                <a:gd name="T38" fmla="*/ 731 w 257"/>
                <a:gd name="T39" fmla="*/ 250 h 237"/>
                <a:gd name="T40" fmla="*/ 636 w 257"/>
                <a:gd name="T41" fmla="*/ 241 h 237"/>
                <a:gd name="T42" fmla="*/ 550 w 257"/>
                <a:gd name="T43" fmla="*/ 228 h 237"/>
                <a:gd name="T44" fmla="*/ 482 w 257"/>
                <a:gd name="T45" fmla="*/ 215 h 237"/>
                <a:gd name="T46" fmla="*/ 418 w 257"/>
                <a:gd name="T47" fmla="*/ 200 h 237"/>
                <a:gd name="T48" fmla="*/ 360 w 257"/>
                <a:gd name="T49" fmla="*/ 183 h 237"/>
                <a:gd name="T50" fmla="*/ 307 w 257"/>
                <a:gd name="T51" fmla="*/ 166 h 237"/>
                <a:gd name="T52" fmla="*/ 264 w 257"/>
                <a:gd name="T53" fmla="*/ 147 h 237"/>
                <a:gd name="T54" fmla="*/ 226 w 257"/>
                <a:gd name="T55" fmla="*/ 127 h 237"/>
                <a:gd name="T56" fmla="*/ 186 w 257"/>
                <a:gd name="T57" fmla="*/ 103 h 237"/>
                <a:gd name="T58" fmla="*/ 142 w 257"/>
                <a:gd name="T59" fmla="*/ 81 h 237"/>
                <a:gd name="T60" fmla="*/ 99 w 257"/>
                <a:gd name="T61" fmla="*/ 57 h 237"/>
                <a:gd name="T62" fmla="*/ 50 w 257"/>
                <a:gd name="T63" fmla="*/ 29 h 237"/>
                <a:gd name="T64" fmla="*/ 0 w 257"/>
                <a:gd name="T65" fmla="*/ 0 h 23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257" h="237">
                  <a:moveTo>
                    <a:pt x="0" y="0"/>
                  </a:moveTo>
                  <a:lnTo>
                    <a:pt x="0" y="25"/>
                  </a:lnTo>
                  <a:lnTo>
                    <a:pt x="3" y="50"/>
                  </a:lnTo>
                  <a:lnTo>
                    <a:pt x="6" y="75"/>
                  </a:lnTo>
                  <a:lnTo>
                    <a:pt x="11" y="98"/>
                  </a:lnTo>
                  <a:lnTo>
                    <a:pt x="18" y="119"/>
                  </a:lnTo>
                  <a:lnTo>
                    <a:pt x="27" y="141"/>
                  </a:lnTo>
                  <a:lnTo>
                    <a:pt x="38" y="161"/>
                  </a:lnTo>
                  <a:lnTo>
                    <a:pt x="51" y="178"/>
                  </a:lnTo>
                  <a:lnTo>
                    <a:pt x="67" y="194"/>
                  </a:lnTo>
                  <a:lnTo>
                    <a:pt x="86" y="208"/>
                  </a:lnTo>
                  <a:lnTo>
                    <a:pt x="106" y="219"/>
                  </a:lnTo>
                  <a:lnTo>
                    <a:pt x="131" y="228"/>
                  </a:lnTo>
                  <a:lnTo>
                    <a:pt x="158" y="234"/>
                  </a:lnTo>
                  <a:lnTo>
                    <a:pt x="188" y="237"/>
                  </a:lnTo>
                  <a:lnTo>
                    <a:pt x="220" y="236"/>
                  </a:lnTo>
                  <a:lnTo>
                    <a:pt x="257" y="232"/>
                  </a:lnTo>
                  <a:lnTo>
                    <a:pt x="224" y="227"/>
                  </a:lnTo>
                  <a:lnTo>
                    <a:pt x="195" y="220"/>
                  </a:lnTo>
                  <a:lnTo>
                    <a:pt x="170" y="212"/>
                  </a:lnTo>
                  <a:lnTo>
                    <a:pt x="148" y="204"/>
                  </a:lnTo>
                  <a:lnTo>
                    <a:pt x="128" y="193"/>
                  </a:lnTo>
                  <a:lnTo>
                    <a:pt x="112" y="182"/>
                  </a:lnTo>
                  <a:lnTo>
                    <a:pt x="97" y="169"/>
                  </a:lnTo>
                  <a:lnTo>
                    <a:pt x="84" y="155"/>
                  </a:lnTo>
                  <a:lnTo>
                    <a:pt x="72" y="141"/>
                  </a:lnTo>
                  <a:lnTo>
                    <a:pt x="61" y="125"/>
                  </a:lnTo>
                  <a:lnTo>
                    <a:pt x="52" y="107"/>
                  </a:lnTo>
                  <a:lnTo>
                    <a:pt x="43" y="88"/>
                  </a:lnTo>
                  <a:lnTo>
                    <a:pt x="33" y="69"/>
                  </a:lnTo>
                  <a:lnTo>
                    <a:pt x="23" y="47"/>
                  </a:lnTo>
                  <a:lnTo>
                    <a:pt x="1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7" name="Freeform 39"/>
            <p:cNvSpPr>
              <a:spLocks/>
            </p:cNvSpPr>
            <p:nvPr/>
          </p:nvSpPr>
          <p:spPr bwMode="ltGray">
            <a:xfrm rot="1584153">
              <a:off x="242" y="756"/>
              <a:ext cx="167" cy="115"/>
            </a:xfrm>
            <a:custGeom>
              <a:avLst/>
              <a:gdLst>
                <a:gd name="T0" fmla="*/ 343 w 124"/>
                <a:gd name="T1" fmla="*/ 0 h 110"/>
                <a:gd name="T2" fmla="*/ 549 w 124"/>
                <a:gd name="T3" fmla="*/ 135 h 110"/>
                <a:gd name="T4" fmla="*/ 533 w 124"/>
                <a:gd name="T5" fmla="*/ 134 h 110"/>
                <a:gd name="T6" fmla="*/ 474 w 124"/>
                <a:gd name="T7" fmla="*/ 131 h 110"/>
                <a:gd name="T8" fmla="*/ 396 w 124"/>
                <a:gd name="T9" fmla="*/ 127 h 110"/>
                <a:gd name="T10" fmla="*/ 303 w 124"/>
                <a:gd name="T11" fmla="*/ 124 h 110"/>
                <a:gd name="T12" fmla="*/ 199 w 124"/>
                <a:gd name="T13" fmla="*/ 121 h 110"/>
                <a:gd name="T14" fmla="*/ 113 w 124"/>
                <a:gd name="T15" fmla="*/ 122 h 110"/>
                <a:gd name="T16" fmla="*/ 40 w 124"/>
                <a:gd name="T17" fmla="*/ 128 h 110"/>
                <a:gd name="T18" fmla="*/ 0 w 124"/>
                <a:gd name="T19" fmla="*/ 137 h 110"/>
                <a:gd name="T20" fmla="*/ 16 w 124"/>
                <a:gd name="T21" fmla="*/ 122 h 110"/>
                <a:gd name="T22" fmla="*/ 36 w 124"/>
                <a:gd name="T23" fmla="*/ 111 h 110"/>
                <a:gd name="T24" fmla="*/ 73 w 124"/>
                <a:gd name="T25" fmla="*/ 102 h 110"/>
                <a:gd name="T26" fmla="*/ 113 w 124"/>
                <a:gd name="T27" fmla="*/ 95 h 110"/>
                <a:gd name="T28" fmla="*/ 160 w 124"/>
                <a:gd name="T29" fmla="*/ 90 h 110"/>
                <a:gd name="T30" fmla="*/ 207 w 124"/>
                <a:gd name="T31" fmla="*/ 89 h 110"/>
                <a:gd name="T32" fmla="*/ 260 w 124"/>
                <a:gd name="T33" fmla="*/ 89 h 110"/>
                <a:gd name="T34" fmla="*/ 319 w 124"/>
                <a:gd name="T35" fmla="*/ 93 h 110"/>
                <a:gd name="T36" fmla="*/ 323 w 124"/>
                <a:gd name="T37" fmla="*/ 89 h 110"/>
                <a:gd name="T38" fmla="*/ 310 w 124"/>
                <a:gd name="T39" fmla="*/ 71 h 110"/>
                <a:gd name="T40" fmla="*/ 296 w 124"/>
                <a:gd name="T41" fmla="*/ 48 h 110"/>
                <a:gd name="T42" fmla="*/ 290 w 124"/>
                <a:gd name="T43" fmla="*/ 37 h 110"/>
                <a:gd name="T44" fmla="*/ 279 w 124"/>
                <a:gd name="T45" fmla="*/ 37 h 110"/>
                <a:gd name="T46" fmla="*/ 268 w 124"/>
                <a:gd name="T47" fmla="*/ 35 h 110"/>
                <a:gd name="T48" fmla="*/ 260 w 124"/>
                <a:gd name="T49" fmla="*/ 31 h 110"/>
                <a:gd name="T50" fmla="*/ 255 w 124"/>
                <a:gd name="T51" fmla="*/ 28 h 110"/>
                <a:gd name="T52" fmla="*/ 255 w 124"/>
                <a:gd name="T53" fmla="*/ 24 h 110"/>
                <a:gd name="T54" fmla="*/ 260 w 124"/>
                <a:gd name="T55" fmla="*/ 19 h 110"/>
                <a:gd name="T56" fmla="*/ 294 w 124"/>
                <a:gd name="T57" fmla="*/ 8 h 110"/>
                <a:gd name="T58" fmla="*/ 343 w 124"/>
                <a:gd name="T59" fmla="*/ 0 h 11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24" h="110">
                  <a:moveTo>
                    <a:pt x="77" y="0"/>
                  </a:moveTo>
                  <a:lnTo>
                    <a:pt x="124" y="108"/>
                  </a:lnTo>
                  <a:lnTo>
                    <a:pt x="120" y="107"/>
                  </a:lnTo>
                  <a:lnTo>
                    <a:pt x="107" y="105"/>
                  </a:lnTo>
                  <a:lnTo>
                    <a:pt x="89" y="101"/>
                  </a:lnTo>
                  <a:lnTo>
                    <a:pt x="68" y="99"/>
                  </a:lnTo>
                  <a:lnTo>
                    <a:pt x="45" y="97"/>
                  </a:lnTo>
                  <a:lnTo>
                    <a:pt x="25" y="98"/>
                  </a:lnTo>
                  <a:lnTo>
                    <a:pt x="9" y="102"/>
                  </a:lnTo>
                  <a:lnTo>
                    <a:pt x="0" y="110"/>
                  </a:lnTo>
                  <a:lnTo>
                    <a:pt x="4" y="98"/>
                  </a:lnTo>
                  <a:lnTo>
                    <a:pt x="8" y="89"/>
                  </a:lnTo>
                  <a:lnTo>
                    <a:pt x="16" y="82"/>
                  </a:lnTo>
                  <a:lnTo>
                    <a:pt x="25" y="76"/>
                  </a:lnTo>
                  <a:lnTo>
                    <a:pt x="36" y="72"/>
                  </a:lnTo>
                  <a:lnTo>
                    <a:pt x="47" y="71"/>
                  </a:lnTo>
                  <a:lnTo>
                    <a:pt x="59" y="71"/>
                  </a:lnTo>
                  <a:lnTo>
                    <a:pt x="72" y="74"/>
                  </a:lnTo>
                  <a:lnTo>
                    <a:pt x="73" y="71"/>
                  </a:lnTo>
                  <a:lnTo>
                    <a:pt x="70" y="56"/>
                  </a:lnTo>
                  <a:lnTo>
                    <a:pt x="67" y="38"/>
                  </a:lnTo>
                  <a:lnTo>
                    <a:pt x="65" y="30"/>
                  </a:lnTo>
                  <a:lnTo>
                    <a:pt x="63" y="30"/>
                  </a:lnTo>
                  <a:lnTo>
                    <a:pt x="61" y="29"/>
                  </a:lnTo>
                  <a:lnTo>
                    <a:pt x="59" y="26"/>
                  </a:lnTo>
                  <a:lnTo>
                    <a:pt x="57" y="23"/>
                  </a:lnTo>
                  <a:lnTo>
                    <a:pt x="57" y="19"/>
                  </a:lnTo>
                  <a:lnTo>
                    <a:pt x="59" y="14"/>
                  </a:lnTo>
                  <a:lnTo>
                    <a:pt x="66" y="8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8" name="Freeform 40"/>
            <p:cNvSpPr>
              <a:spLocks/>
            </p:cNvSpPr>
            <p:nvPr/>
          </p:nvSpPr>
          <p:spPr bwMode="ltGray">
            <a:xfrm rot="1584153">
              <a:off x="574" y="286"/>
              <a:ext cx="147" cy="160"/>
            </a:xfrm>
            <a:custGeom>
              <a:avLst/>
              <a:gdLst>
                <a:gd name="T0" fmla="*/ 0 w 109"/>
                <a:gd name="T1" fmla="*/ 0 h 156"/>
                <a:gd name="T2" fmla="*/ 22 w 109"/>
                <a:gd name="T3" fmla="*/ 1 h 156"/>
                <a:gd name="T4" fmla="*/ 78 w 109"/>
                <a:gd name="T5" fmla="*/ 5 h 156"/>
                <a:gd name="T6" fmla="*/ 163 w 109"/>
                <a:gd name="T7" fmla="*/ 12 h 156"/>
                <a:gd name="T8" fmla="*/ 259 w 109"/>
                <a:gd name="T9" fmla="*/ 29 h 156"/>
                <a:gd name="T10" fmla="*/ 349 w 109"/>
                <a:gd name="T11" fmla="*/ 49 h 156"/>
                <a:gd name="T12" fmla="*/ 428 w 109"/>
                <a:gd name="T13" fmla="*/ 81 h 156"/>
                <a:gd name="T14" fmla="*/ 476 w 109"/>
                <a:gd name="T15" fmla="*/ 123 h 156"/>
                <a:gd name="T16" fmla="*/ 486 w 109"/>
                <a:gd name="T17" fmla="*/ 176 h 156"/>
                <a:gd name="T18" fmla="*/ 471 w 109"/>
                <a:gd name="T19" fmla="*/ 176 h 156"/>
                <a:gd name="T20" fmla="*/ 444 w 109"/>
                <a:gd name="T21" fmla="*/ 176 h 156"/>
                <a:gd name="T22" fmla="*/ 414 w 109"/>
                <a:gd name="T23" fmla="*/ 176 h 156"/>
                <a:gd name="T24" fmla="*/ 387 w 109"/>
                <a:gd name="T25" fmla="*/ 174 h 156"/>
                <a:gd name="T26" fmla="*/ 360 w 109"/>
                <a:gd name="T27" fmla="*/ 173 h 156"/>
                <a:gd name="T28" fmla="*/ 330 w 109"/>
                <a:gd name="T29" fmla="*/ 170 h 156"/>
                <a:gd name="T30" fmla="*/ 294 w 109"/>
                <a:gd name="T31" fmla="*/ 165 h 156"/>
                <a:gd name="T32" fmla="*/ 259 w 109"/>
                <a:gd name="T33" fmla="*/ 159 h 156"/>
                <a:gd name="T34" fmla="*/ 235 w 109"/>
                <a:gd name="T35" fmla="*/ 142 h 156"/>
                <a:gd name="T36" fmla="*/ 235 w 109"/>
                <a:gd name="T37" fmla="*/ 126 h 156"/>
                <a:gd name="T38" fmla="*/ 251 w 109"/>
                <a:gd name="T39" fmla="*/ 110 h 156"/>
                <a:gd name="T40" fmla="*/ 266 w 109"/>
                <a:gd name="T41" fmla="*/ 90 h 156"/>
                <a:gd name="T42" fmla="*/ 251 w 109"/>
                <a:gd name="T43" fmla="*/ 72 h 156"/>
                <a:gd name="T44" fmla="*/ 216 w 109"/>
                <a:gd name="T45" fmla="*/ 48 h 156"/>
                <a:gd name="T46" fmla="*/ 140 w 109"/>
                <a:gd name="T47" fmla="*/ 28 h 156"/>
                <a:gd name="T48" fmla="*/ 0 w 109"/>
                <a:gd name="T49" fmla="*/ 0 h 15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09" h="156">
                  <a:moveTo>
                    <a:pt x="0" y="0"/>
                  </a:moveTo>
                  <a:lnTo>
                    <a:pt x="5" y="1"/>
                  </a:lnTo>
                  <a:lnTo>
                    <a:pt x="18" y="5"/>
                  </a:lnTo>
                  <a:lnTo>
                    <a:pt x="37" y="12"/>
                  </a:lnTo>
                  <a:lnTo>
                    <a:pt x="58" y="24"/>
                  </a:lnTo>
                  <a:lnTo>
                    <a:pt x="78" y="44"/>
                  </a:lnTo>
                  <a:lnTo>
                    <a:pt x="96" y="71"/>
                  </a:lnTo>
                  <a:lnTo>
                    <a:pt x="107" y="108"/>
                  </a:lnTo>
                  <a:lnTo>
                    <a:pt x="109" y="156"/>
                  </a:lnTo>
                  <a:lnTo>
                    <a:pt x="105" y="156"/>
                  </a:lnTo>
                  <a:lnTo>
                    <a:pt x="99" y="156"/>
                  </a:lnTo>
                  <a:lnTo>
                    <a:pt x="93" y="156"/>
                  </a:lnTo>
                  <a:lnTo>
                    <a:pt x="87" y="154"/>
                  </a:lnTo>
                  <a:lnTo>
                    <a:pt x="81" y="153"/>
                  </a:lnTo>
                  <a:lnTo>
                    <a:pt x="74" y="150"/>
                  </a:lnTo>
                  <a:lnTo>
                    <a:pt x="66" y="145"/>
                  </a:lnTo>
                  <a:lnTo>
                    <a:pt x="58" y="139"/>
                  </a:lnTo>
                  <a:lnTo>
                    <a:pt x="53" y="126"/>
                  </a:lnTo>
                  <a:lnTo>
                    <a:pt x="53" y="111"/>
                  </a:lnTo>
                  <a:lnTo>
                    <a:pt x="56" y="96"/>
                  </a:lnTo>
                  <a:lnTo>
                    <a:pt x="59" y="80"/>
                  </a:lnTo>
                  <a:lnTo>
                    <a:pt x="56" y="62"/>
                  </a:lnTo>
                  <a:lnTo>
                    <a:pt x="48" y="43"/>
                  </a:lnTo>
                  <a:lnTo>
                    <a:pt x="31" y="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9" name="Freeform 41"/>
            <p:cNvSpPr>
              <a:spLocks/>
            </p:cNvSpPr>
            <p:nvPr/>
          </p:nvSpPr>
          <p:spPr bwMode="ltGray">
            <a:xfrm rot="1584153">
              <a:off x="236" y="721"/>
              <a:ext cx="62" cy="97"/>
            </a:xfrm>
            <a:custGeom>
              <a:avLst/>
              <a:gdLst>
                <a:gd name="T0" fmla="*/ 140 w 46"/>
                <a:gd name="T1" fmla="*/ 0 h 94"/>
                <a:gd name="T2" fmla="*/ 89 w 46"/>
                <a:gd name="T3" fmla="*/ 43 h 94"/>
                <a:gd name="T4" fmla="*/ 66 w 46"/>
                <a:gd name="T5" fmla="*/ 72 h 94"/>
                <a:gd name="T6" fmla="*/ 49 w 46"/>
                <a:gd name="T7" fmla="*/ 94 h 94"/>
                <a:gd name="T8" fmla="*/ 0 w 46"/>
                <a:gd name="T9" fmla="*/ 109 h 94"/>
                <a:gd name="T10" fmla="*/ 54 w 46"/>
                <a:gd name="T11" fmla="*/ 103 h 94"/>
                <a:gd name="T12" fmla="*/ 104 w 46"/>
                <a:gd name="T13" fmla="*/ 95 h 94"/>
                <a:gd name="T14" fmla="*/ 142 w 46"/>
                <a:gd name="T15" fmla="*/ 79 h 94"/>
                <a:gd name="T16" fmla="*/ 178 w 46"/>
                <a:gd name="T17" fmla="*/ 67 h 94"/>
                <a:gd name="T18" fmla="*/ 202 w 46"/>
                <a:gd name="T19" fmla="*/ 51 h 94"/>
                <a:gd name="T20" fmla="*/ 205 w 46"/>
                <a:gd name="T21" fmla="*/ 35 h 94"/>
                <a:gd name="T22" fmla="*/ 189 w 46"/>
                <a:gd name="T23" fmla="*/ 15 h 94"/>
                <a:gd name="T24" fmla="*/ 140 w 46"/>
                <a:gd name="T25" fmla="*/ 0 h 9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6" h="94">
                  <a:moveTo>
                    <a:pt x="31" y="0"/>
                  </a:moveTo>
                  <a:lnTo>
                    <a:pt x="20" y="38"/>
                  </a:lnTo>
                  <a:lnTo>
                    <a:pt x="15" y="62"/>
                  </a:lnTo>
                  <a:lnTo>
                    <a:pt x="11" y="79"/>
                  </a:lnTo>
                  <a:lnTo>
                    <a:pt x="0" y="94"/>
                  </a:lnTo>
                  <a:lnTo>
                    <a:pt x="12" y="88"/>
                  </a:lnTo>
                  <a:lnTo>
                    <a:pt x="23" y="80"/>
                  </a:lnTo>
                  <a:lnTo>
                    <a:pt x="32" y="69"/>
                  </a:lnTo>
                  <a:lnTo>
                    <a:pt x="40" y="57"/>
                  </a:lnTo>
                  <a:lnTo>
                    <a:pt x="45" y="44"/>
                  </a:lnTo>
                  <a:lnTo>
                    <a:pt x="46" y="30"/>
                  </a:lnTo>
                  <a:lnTo>
                    <a:pt x="42" y="1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50" name="Freeform 42"/>
            <p:cNvSpPr>
              <a:spLocks/>
            </p:cNvSpPr>
            <p:nvPr/>
          </p:nvSpPr>
          <p:spPr bwMode="ltGray">
            <a:xfrm rot="1584153">
              <a:off x="585" y="466"/>
              <a:ext cx="72" cy="41"/>
            </a:xfrm>
            <a:custGeom>
              <a:avLst/>
              <a:gdLst>
                <a:gd name="T0" fmla="*/ 0 w 54"/>
                <a:gd name="T1" fmla="*/ 0 h 40"/>
                <a:gd name="T2" fmla="*/ 1 w 54"/>
                <a:gd name="T3" fmla="*/ 1 h 40"/>
                <a:gd name="T4" fmla="*/ 27 w 54"/>
                <a:gd name="T5" fmla="*/ 3 h 40"/>
                <a:gd name="T6" fmla="*/ 55 w 54"/>
                <a:gd name="T7" fmla="*/ 8 h 40"/>
                <a:gd name="T8" fmla="*/ 87 w 54"/>
                <a:gd name="T9" fmla="*/ 12 h 40"/>
                <a:gd name="T10" fmla="*/ 123 w 54"/>
                <a:gd name="T11" fmla="*/ 15 h 40"/>
                <a:gd name="T12" fmla="*/ 161 w 54"/>
                <a:gd name="T13" fmla="*/ 17 h 40"/>
                <a:gd name="T14" fmla="*/ 192 w 54"/>
                <a:gd name="T15" fmla="*/ 18 h 40"/>
                <a:gd name="T16" fmla="*/ 228 w 54"/>
                <a:gd name="T17" fmla="*/ 16 h 40"/>
                <a:gd name="T18" fmla="*/ 225 w 54"/>
                <a:gd name="T19" fmla="*/ 30 h 40"/>
                <a:gd name="T20" fmla="*/ 212 w 54"/>
                <a:gd name="T21" fmla="*/ 38 h 40"/>
                <a:gd name="T22" fmla="*/ 187 w 54"/>
                <a:gd name="T23" fmla="*/ 43 h 40"/>
                <a:gd name="T24" fmla="*/ 155 w 54"/>
                <a:gd name="T25" fmla="*/ 45 h 40"/>
                <a:gd name="T26" fmla="*/ 116 w 54"/>
                <a:gd name="T27" fmla="*/ 44 h 40"/>
                <a:gd name="T28" fmla="*/ 79 w 54"/>
                <a:gd name="T29" fmla="*/ 37 h 40"/>
                <a:gd name="T30" fmla="*/ 41 w 54"/>
                <a:gd name="T31" fmla="*/ 25 h 40"/>
                <a:gd name="T32" fmla="*/ 0 w 54"/>
                <a:gd name="T33" fmla="*/ 0 h 4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54" h="40">
                  <a:moveTo>
                    <a:pt x="0" y="0"/>
                  </a:moveTo>
                  <a:lnTo>
                    <a:pt x="1" y="1"/>
                  </a:lnTo>
                  <a:lnTo>
                    <a:pt x="6" y="3"/>
                  </a:lnTo>
                  <a:lnTo>
                    <a:pt x="13" y="8"/>
                  </a:lnTo>
                  <a:lnTo>
                    <a:pt x="21" y="12"/>
                  </a:lnTo>
                  <a:lnTo>
                    <a:pt x="29" y="15"/>
                  </a:lnTo>
                  <a:lnTo>
                    <a:pt x="38" y="17"/>
                  </a:lnTo>
                  <a:lnTo>
                    <a:pt x="46" y="18"/>
                  </a:lnTo>
                  <a:lnTo>
                    <a:pt x="54" y="16"/>
                  </a:lnTo>
                  <a:lnTo>
                    <a:pt x="53" y="25"/>
                  </a:lnTo>
                  <a:lnTo>
                    <a:pt x="50" y="33"/>
                  </a:lnTo>
                  <a:lnTo>
                    <a:pt x="44" y="38"/>
                  </a:lnTo>
                  <a:lnTo>
                    <a:pt x="37" y="40"/>
                  </a:lnTo>
                  <a:lnTo>
                    <a:pt x="28" y="39"/>
                  </a:lnTo>
                  <a:lnTo>
                    <a:pt x="19" y="32"/>
                  </a:lnTo>
                  <a:lnTo>
                    <a:pt x="10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51" name="Freeform 43"/>
            <p:cNvSpPr>
              <a:spLocks/>
            </p:cNvSpPr>
            <p:nvPr/>
          </p:nvSpPr>
          <p:spPr bwMode="ltGray">
            <a:xfrm>
              <a:off x="0" y="886"/>
              <a:ext cx="360" cy="650"/>
            </a:xfrm>
            <a:custGeom>
              <a:avLst/>
              <a:gdLst>
                <a:gd name="T0" fmla="*/ 264 w 360"/>
                <a:gd name="T1" fmla="*/ 0 h 650"/>
                <a:gd name="T2" fmla="*/ 269 w 360"/>
                <a:gd name="T3" fmla="*/ 9 h 650"/>
                <a:gd name="T4" fmla="*/ 277 w 360"/>
                <a:gd name="T5" fmla="*/ 22 h 650"/>
                <a:gd name="T6" fmla="*/ 286 w 360"/>
                <a:gd name="T7" fmla="*/ 39 h 650"/>
                <a:gd name="T8" fmla="*/ 297 w 360"/>
                <a:gd name="T9" fmla="*/ 58 h 650"/>
                <a:gd name="T10" fmla="*/ 309 w 360"/>
                <a:gd name="T11" fmla="*/ 83 h 650"/>
                <a:gd name="T12" fmla="*/ 319 w 360"/>
                <a:gd name="T13" fmla="*/ 108 h 650"/>
                <a:gd name="T14" fmla="*/ 329 w 360"/>
                <a:gd name="T15" fmla="*/ 136 h 650"/>
                <a:gd name="T16" fmla="*/ 333 w 360"/>
                <a:gd name="T17" fmla="*/ 163 h 650"/>
                <a:gd name="T18" fmla="*/ 336 w 360"/>
                <a:gd name="T19" fmla="*/ 193 h 650"/>
                <a:gd name="T20" fmla="*/ 332 w 360"/>
                <a:gd name="T21" fmla="*/ 223 h 650"/>
                <a:gd name="T22" fmla="*/ 323 w 360"/>
                <a:gd name="T23" fmla="*/ 255 h 650"/>
                <a:gd name="T24" fmla="*/ 310 w 360"/>
                <a:gd name="T25" fmla="*/ 285 h 650"/>
                <a:gd name="T26" fmla="*/ 287 w 360"/>
                <a:gd name="T27" fmla="*/ 315 h 650"/>
                <a:gd name="T28" fmla="*/ 257 w 360"/>
                <a:gd name="T29" fmla="*/ 343 h 650"/>
                <a:gd name="T30" fmla="*/ 218 w 360"/>
                <a:gd name="T31" fmla="*/ 370 h 650"/>
                <a:gd name="T32" fmla="*/ 167 w 360"/>
                <a:gd name="T33" fmla="*/ 396 h 650"/>
                <a:gd name="T34" fmla="*/ 111 w 360"/>
                <a:gd name="T35" fmla="*/ 425 h 650"/>
                <a:gd name="T36" fmla="*/ 69 w 360"/>
                <a:gd name="T37" fmla="*/ 457 h 650"/>
                <a:gd name="T38" fmla="*/ 35 w 360"/>
                <a:gd name="T39" fmla="*/ 490 h 650"/>
                <a:gd name="T40" fmla="*/ 12 w 360"/>
                <a:gd name="T41" fmla="*/ 526 h 650"/>
                <a:gd name="T42" fmla="*/ 0 w 360"/>
                <a:gd name="T43" fmla="*/ 553 h 650"/>
                <a:gd name="T44" fmla="*/ 0 w 360"/>
                <a:gd name="T45" fmla="*/ 650 h 650"/>
                <a:gd name="T46" fmla="*/ 6 w 360"/>
                <a:gd name="T47" fmla="*/ 628 h 650"/>
                <a:gd name="T48" fmla="*/ 19 w 360"/>
                <a:gd name="T49" fmla="*/ 594 h 650"/>
                <a:gd name="T50" fmla="*/ 43 w 360"/>
                <a:gd name="T51" fmla="*/ 551 h 650"/>
                <a:gd name="T52" fmla="*/ 76 w 360"/>
                <a:gd name="T53" fmla="*/ 503 h 650"/>
                <a:gd name="T54" fmla="*/ 125 w 360"/>
                <a:gd name="T55" fmla="*/ 454 h 650"/>
                <a:gd name="T56" fmla="*/ 190 w 360"/>
                <a:gd name="T57" fmla="*/ 408 h 650"/>
                <a:gd name="T58" fmla="*/ 275 w 360"/>
                <a:gd name="T59" fmla="*/ 365 h 650"/>
                <a:gd name="T60" fmla="*/ 308 w 360"/>
                <a:gd name="T61" fmla="*/ 342 h 650"/>
                <a:gd name="T62" fmla="*/ 335 w 360"/>
                <a:gd name="T63" fmla="*/ 305 h 650"/>
                <a:gd name="T64" fmla="*/ 352 w 360"/>
                <a:gd name="T65" fmla="*/ 255 h 650"/>
                <a:gd name="T66" fmla="*/ 360 w 360"/>
                <a:gd name="T67" fmla="*/ 201 h 650"/>
                <a:gd name="T68" fmla="*/ 356 w 360"/>
                <a:gd name="T69" fmla="*/ 144 h 650"/>
                <a:gd name="T70" fmla="*/ 341 w 360"/>
                <a:gd name="T71" fmla="*/ 88 h 650"/>
                <a:gd name="T72" fmla="*/ 311 w 360"/>
                <a:gd name="T73" fmla="*/ 39 h 650"/>
                <a:gd name="T74" fmla="*/ 264 w 360"/>
                <a:gd name="T75" fmla="*/ 0 h 65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60" h="650">
                  <a:moveTo>
                    <a:pt x="264" y="0"/>
                  </a:moveTo>
                  <a:lnTo>
                    <a:pt x="269" y="9"/>
                  </a:lnTo>
                  <a:lnTo>
                    <a:pt x="277" y="22"/>
                  </a:lnTo>
                  <a:lnTo>
                    <a:pt x="286" y="39"/>
                  </a:lnTo>
                  <a:lnTo>
                    <a:pt x="297" y="58"/>
                  </a:lnTo>
                  <a:lnTo>
                    <a:pt x="309" y="83"/>
                  </a:lnTo>
                  <a:lnTo>
                    <a:pt x="319" y="108"/>
                  </a:lnTo>
                  <a:lnTo>
                    <a:pt x="329" y="136"/>
                  </a:lnTo>
                  <a:lnTo>
                    <a:pt x="333" y="163"/>
                  </a:lnTo>
                  <a:lnTo>
                    <a:pt x="336" y="193"/>
                  </a:lnTo>
                  <a:lnTo>
                    <a:pt x="332" y="223"/>
                  </a:lnTo>
                  <a:lnTo>
                    <a:pt x="323" y="255"/>
                  </a:lnTo>
                  <a:lnTo>
                    <a:pt x="310" y="285"/>
                  </a:lnTo>
                  <a:lnTo>
                    <a:pt x="287" y="315"/>
                  </a:lnTo>
                  <a:lnTo>
                    <a:pt x="257" y="343"/>
                  </a:lnTo>
                  <a:lnTo>
                    <a:pt x="218" y="370"/>
                  </a:lnTo>
                  <a:lnTo>
                    <a:pt x="167" y="396"/>
                  </a:lnTo>
                  <a:lnTo>
                    <a:pt x="111" y="425"/>
                  </a:lnTo>
                  <a:lnTo>
                    <a:pt x="69" y="457"/>
                  </a:lnTo>
                  <a:lnTo>
                    <a:pt x="35" y="490"/>
                  </a:lnTo>
                  <a:lnTo>
                    <a:pt x="12" y="526"/>
                  </a:lnTo>
                  <a:lnTo>
                    <a:pt x="0" y="553"/>
                  </a:lnTo>
                  <a:lnTo>
                    <a:pt x="0" y="650"/>
                  </a:lnTo>
                  <a:lnTo>
                    <a:pt x="6" y="628"/>
                  </a:lnTo>
                  <a:lnTo>
                    <a:pt x="19" y="594"/>
                  </a:lnTo>
                  <a:lnTo>
                    <a:pt x="43" y="551"/>
                  </a:lnTo>
                  <a:lnTo>
                    <a:pt x="76" y="503"/>
                  </a:lnTo>
                  <a:lnTo>
                    <a:pt x="125" y="454"/>
                  </a:lnTo>
                  <a:lnTo>
                    <a:pt x="190" y="408"/>
                  </a:lnTo>
                  <a:lnTo>
                    <a:pt x="275" y="365"/>
                  </a:lnTo>
                  <a:lnTo>
                    <a:pt x="308" y="342"/>
                  </a:lnTo>
                  <a:lnTo>
                    <a:pt x="335" y="305"/>
                  </a:lnTo>
                  <a:lnTo>
                    <a:pt x="352" y="255"/>
                  </a:lnTo>
                  <a:lnTo>
                    <a:pt x="360" y="201"/>
                  </a:lnTo>
                  <a:lnTo>
                    <a:pt x="356" y="144"/>
                  </a:lnTo>
                  <a:lnTo>
                    <a:pt x="341" y="88"/>
                  </a:lnTo>
                  <a:lnTo>
                    <a:pt x="311" y="39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52" name="Freeform 44"/>
            <p:cNvSpPr>
              <a:spLocks/>
            </p:cNvSpPr>
            <p:nvPr/>
          </p:nvSpPr>
          <p:spPr bwMode="ltGray">
            <a:xfrm rot="1584153">
              <a:off x="56" y="84"/>
              <a:ext cx="804" cy="686"/>
            </a:xfrm>
            <a:custGeom>
              <a:avLst/>
              <a:gdLst>
                <a:gd name="T0" fmla="*/ 73 w 596"/>
                <a:gd name="T1" fmla="*/ 428 h 666"/>
                <a:gd name="T2" fmla="*/ 27 w 596"/>
                <a:gd name="T3" fmla="*/ 396 h 666"/>
                <a:gd name="T4" fmla="*/ 0 w 596"/>
                <a:gd name="T5" fmla="*/ 335 h 666"/>
                <a:gd name="T6" fmla="*/ 16 w 596"/>
                <a:gd name="T7" fmla="*/ 258 h 666"/>
                <a:gd name="T8" fmla="*/ 113 w 596"/>
                <a:gd name="T9" fmla="*/ 176 h 666"/>
                <a:gd name="T10" fmla="*/ 308 w 596"/>
                <a:gd name="T11" fmla="*/ 99 h 666"/>
                <a:gd name="T12" fmla="*/ 635 w 596"/>
                <a:gd name="T13" fmla="*/ 36 h 666"/>
                <a:gd name="T14" fmla="*/ 1102 w 596"/>
                <a:gd name="T15" fmla="*/ 2 h 666"/>
                <a:gd name="T16" fmla="*/ 1700 w 596"/>
                <a:gd name="T17" fmla="*/ 9 h 666"/>
                <a:gd name="T18" fmla="*/ 2162 w 596"/>
                <a:gd name="T19" fmla="*/ 78 h 666"/>
                <a:gd name="T20" fmla="*/ 2475 w 596"/>
                <a:gd name="T21" fmla="*/ 191 h 666"/>
                <a:gd name="T22" fmla="*/ 2639 w 596"/>
                <a:gd name="T23" fmla="*/ 330 h 666"/>
                <a:gd name="T24" fmla="*/ 2659 w 596"/>
                <a:gd name="T25" fmla="*/ 474 h 666"/>
                <a:gd name="T26" fmla="*/ 2531 w 596"/>
                <a:gd name="T27" fmla="*/ 609 h 666"/>
                <a:gd name="T28" fmla="*/ 2265 w 596"/>
                <a:gd name="T29" fmla="*/ 713 h 666"/>
                <a:gd name="T30" fmla="*/ 1863 w 596"/>
                <a:gd name="T31" fmla="*/ 769 h 666"/>
                <a:gd name="T32" fmla="*/ 1738 w 596"/>
                <a:gd name="T33" fmla="*/ 764 h 666"/>
                <a:gd name="T34" fmla="*/ 1971 w 596"/>
                <a:gd name="T35" fmla="*/ 716 h 666"/>
                <a:gd name="T36" fmla="*/ 2153 w 596"/>
                <a:gd name="T37" fmla="*/ 630 h 666"/>
                <a:gd name="T38" fmla="*/ 2277 w 596"/>
                <a:gd name="T39" fmla="*/ 526 h 666"/>
                <a:gd name="T40" fmla="*/ 2322 w 596"/>
                <a:gd name="T41" fmla="*/ 412 h 666"/>
                <a:gd name="T42" fmla="*/ 2295 w 596"/>
                <a:gd name="T43" fmla="*/ 299 h 666"/>
                <a:gd name="T44" fmla="*/ 2165 w 596"/>
                <a:gd name="T45" fmla="*/ 202 h 666"/>
                <a:gd name="T46" fmla="*/ 1934 w 596"/>
                <a:gd name="T47" fmla="*/ 130 h 666"/>
                <a:gd name="T48" fmla="*/ 1524 w 596"/>
                <a:gd name="T49" fmla="*/ 85 h 666"/>
                <a:gd name="T50" fmla="*/ 1099 w 596"/>
                <a:gd name="T51" fmla="*/ 71 h 666"/>
                <a:gd name="T52" fmla="*/ 778 w 596"/>
                <a:gd name="T53" fmla="*/ 81 h 666"/>
                <a:gd name="T54" fmla="*/ 541 w 596"/>
                <a:gd name="T55" fmla="*/ 116 h 666"/>
                <a:gd name="T56" fmla="*/ 374 w 596"/>
                <a:gd name="T57" fmla="*/ 173 h 666"/>
                <a:gd name="T58" fmla="*/ 255 w 596"/>
                <a:gd name="T59" fmla="*/ 239 h 666"/>
                <a:gd name="T60" fmla="*/ 178 w 596"/>
                <a:gd name="T61" fmla="*/ 315 h 666"/>
                <a:gd name="T62" fmla="*/ 125 w 596"/>
                <a:gd name="T63" fmla="*/ 392 h 66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596" h="666">
                  <a:moveTo>
                    <a:pt x="22" y="372"/>
                  </a:moveTo>
                  <a:lnTo>
                    <a:pt x="16" y="370"/>
                  </a:lnTo>
                  <a:lnTo>
                    <a:pt x="10" y="360"/>
                  </a:lnTo>
                  <a:lnTo>
                    <a:pt x="6" y="341"/>
                  </a:lnTo>
                  <a:lnTo>
                    <a:pt x="1" y="318"/>
                  </a:lnTo>
                  <a:lnTo>
                    <a:pt x="0" y="289"/>
                  </a:lnTo>
                  <a:lnTo>
                    <a:pt x="0" y="257"/>
                  </a:lnTo>
                  <a:lnTo>
                    <a:pt x="4" y="222"/>
                  </a:lnTo>
                  <a:lnTo>
                    <a:pt x="13" y="187"/>
                  </a:lnTo>
                  <a:lnTo>
                    <a:pt x="25" y="151"/>
                  </a:lnTo>
                  <a:lnTo>
                    <a:pt x="45" y="116"/>
                  </a:lnTo>
                  <a:lnTo>
                    <a:pt x="69" y="84"/>
                  </a:lnTo>
                  <a:lnTo>
                    <a:pt x="101" y="55"/>
                  </a:lnTo>
                  <a:lnTo>
                    <a:pt x="142" y="31"/>
                  </a:lnTo>
                  <a:lnTo>
                    <a:pt x="190" y="13"/>
                  </a:lnTo>
                  <a:lnTo>
                    <a:pt x="247" y="2"/>
                  </a:lnTo>
                  <a:lnTo>
                    <a:pt x="314" y="0"/>
                  </a:lnTo>
                  <a:lnTo>
                    <a:pt x="380" y="9"/>
                  </a:lnTo>
                  <a:lnTo>
                    <a:pt x="436" y="33"/>
                  </a:lnTo>
                  <a:lnTo>
                    <a:pt x="484" y="68"/>
                  </a:lnTo>
                  <a:lnTo>
                    <a:pt x="524" y="113"/>
                  </a:lnTo>
                  <a:lnTo>
                    <a:pt x="554" y="165"/>
                  </a:lnTo>
                  <a:lnTo>
                    <a:pt x="577" y="222"/>
                  </a:lnTo>
                  <a:lnTo>
                    <a:pt x="591" y="284"/>
                  </a:lnTo>
                  <a:lnTo>
                    <a:pt x="596" y="347"/>
                  </a:lnTo>
                  <a:lnTo>
                    <a:pt x="595" y="409"/>
                  </a:lnTo>
                  <a:lnTo>
                    <a:pt x="585" y="469"/>
                  </a:lnTo>
                  <a:lnTo>
                    <a:pt x="566" y="525"/>
                  </a:lnTo>
                  <a:lnTo>
                    <a:pt x="540" y="574"/>
                  </a:lnTo>
                  <a:lnTo>
                    <a:pt x="507" y="615"/>
                  </a:lnTo>
                  <a:lnTo>
                    <a:pt x="465" y="645"/>
                  </a:lnTo>
                  <a:lnTo>
                    <a:pt x="417" y="663"/>
                  </a:lnTo>
                  <a:lnTo>
                    <a:pt x="360" y="666"/>
                  </a:lnTo>
                  <a:lnTo>
                    <a:pt x="389" y="659"/>
                  </a:lnTo>
                  <a:lnTo>
                    <a:pt x="417" y="642"/>
                  </a:lnTo>
                  <a:lnTo>
                    <a:pt x="441" y="617"/>
                  </a:lnTo>
                  <a:lnTo>
                    <a:pt x="463" y="583"/>
                  </a:lnTo>
                  <a:lnTo>
                    <a:pt x="482" y="544"/>
                  </a:lnTo>
                  <a:lnTo>
                    <a:pt x="497" y="501"/>
                  </a:lnTo>
                  <a:lnTo>
                    <a:pt x="509" y="454"/>
                  </a:lnTo>
                  <a:lnTo>
                    <a:pt x="517" y="404"/>
                  </a:lnTo>
                  <a:lnTo>
                    <a:pt x="520" y="355"/>
                  </a:lnTo>
                  <a:lnTo>
                    <a:pt x="519" y="305"/>
                  </a:lnTo>
                  <a:lnTo>
                    <a:pt x="514" y="258"/>
                  </a:lnTo>
                  <a:lnTo>
                    <a:pt x="502" y="213"/>
                  </a:lnTo>
                  <a:lnTo>
                    <a:pt x="485" y="174"/>
                  </a:lnTo>
                  <a:lnTo>
                    <a:pt x="462" y="139"/>
                  </a:lnTo>
                  <a:lnTo>
                    <a:pt x="433" y="112"/>
                  </a:lnTo>
                  <a:lnTo>
                    <a:pt x="397" y="93"/>
                  </a:lnTo>
                  <a:lnTo>
                    <a:pt x="341" y="75"/>
                  </a:lnTo>
                  <a:lnTo>
                    <a:pt x="290" y="65"/>
                  </a:lnTo>
                  <a:lnTo>
                    <a:pt x="246" y="61"/>
                  </a:lnTo>
                  <a:lnTo>
                    <a:pt x="207" y="63"/>
                  </a:lnTo>
                  <a:lnTo>
                    <a:pt x="174" y="71"/>
                  </a:lnTo>
                  <a:lnTo>
                    <a:pt x="146" y="84"/>
                  </a:lnTo>
                  <a:lnTo>
                    <a:pt x="121" y="101"/>
                  </a:lnTo>
                  <a:lnTo>
                    <a:pt x="101" y="123"/>
                  </a:lnTo>
                  <a:lnTo>
                    <a:pt x="84" y="149"/>
                  </a:lnTo>
                  <a:lnTo>
                    <a:pt x="69" y="176"/>
                  </a:lnTo>
                  <a:lnTo>
                    <a:pt x="57" y="206"/>
                  </a:lnTo>
                  <a:lnTo>
                    <a:pt x="48" y="239"/>
                  </a:lnTo>
                  <a:lnTo>
                    <a:pt x="40" y="272"/>
                  </a:lnTo>
                  <a:lnTo>
                    <a:pt x="33" y="305"/>
                  </a:lnTo>
                  <a:lnTo>
                    <a:pt x="28" y="339"/>
                  </a:lnTo>
                  <a:lnTo>
                    <a:pt x="22" y="372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11661" name="Rectangle 45"/>
          <p:cNvSpPr>
            <a:spLocks noGrp="1" noChangeArrowheads="1"/>
          </p:cNvSpPr>
          <p:nvPr>
            <p:ph type="title"/>
          </p:nvPr>
        </p:nvSpPr>
        <p:spPr bwMode="auto">
          <a:xfrm>
            <a:off x="442913" y="103188"/>
            <a:ext cx="8243887" cy="1314450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8" name="Rectangle 4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45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11663" name="Rectangle 4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11664" name="Rectangle 4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pPr>
              <a:defRPr/>
            </a:pPr>
            <a:r>
              <a:rPr lang="en-US" altLang="en-US"/>
              <a:t>MAINAK     CS422</a:t>
            </a:r>
          </a:p>
        </p:txBody>
      </p:sp>
      <p:sp>
        <p:nvSpPr>
          <p:cNvPr id="111665" name="Rectangle 4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fld id="{53D5E38F-4664-4A2F-934E-57A99AE24FC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75" r:id="rId2"/>
    <p:sldLayoutId id="2147483876" r:id="rId3"/>
    <p:sldLayoutId id="2147483877" r:id="rId4"/>
    <p:sldLayoutId id="2147483878" r:id="rId5"/>
    <p:sldLayoutId id="2147483879" r:id="rId6"/>
    <p:sldLayoutId id="2147483880" r:id="rId7"/>
    <p:sldLayoutId id="2147483881" r:id="rId8"/>
    <p:sldLayoutId id="2147483882" r:id="rId9"/>
    <p:sldLayoutId id="2147483883" r:id="rId10"/>
    <p:sldLayoutId id="2147483884" r:id="rId11"/>
  </p:sldLayoutIdLst>
  <p:hf hdr="0" ft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5400" b="1" kern="1200">
          <a:solidFill>
            <a:srgbClr val="FF000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5400" b="1">
          <a:solidFill>
            <a:srgbClr val="FF0000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cs typeface="Arial" panose="020B0604020202020204" pitchFamily="34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5400" b="1">
          <a:solidFill>
            <a:srgbClr val="FF0000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cs typeface="Arial" panose="020B0604020202020204" pitchFamily="34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5400" b="1">
          <a:solidFill>
            <a:srgbClr val="FF0000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cs typeface="Arial" panose="020B0604020202020204" pitchFamily="34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5400" b="1">
          <a:solidFill>
            <a:srgbClr val="FF0000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cs typeface="Arial" panose="020B0604020202020204" pitchFamily="34" charset="0"/>
        </a:defRPr>
      </a:lvl5pPr>
      <a:lvl6pPr marL="457200" algn="ctr" rtl="0" fontAlgn="base">
        <a:lnSpc>
          <a:spcPct val="90000"/>
        </a:lnSpc>
        <a:spcBef>
          <a:spcPct val="0"/>
        </a:spcBef>
        <a:spcAft>
          <a:spcPct val="0"/>
        </a:spcAft>
        <a:defRPr sz="5400" b="1">
          <a:solidFill>
            <a:srgbClr val="FF0000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cs typeface="Arial" panose="020B0604020202020204" pitchFamily="34" charset="0"/>
        </a:defRPr>
      </a:lvl6pPr>
      <a:lvl7pPr marL="914400" algn="ctr" rtl="0" fontAlgn="base">
        <a:lnSpc>
          <a:spcPct val="90000"/>
        </a:lnSpc>
        <a:spcBef>
          <a:spcPct val="0"/>
        </a:spcBef>
        <a:spcAft>
          <a:spcPct val="0"/>
        </a:spcAft>
        <a:defRPr sz="5400" b="1">
          <a:solidFill>
            <a:srgbClr val="FF0000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cs typeface="Arial" panose="020B0604020202020204" pitchFamily="34" charset="0"/>
        </a:defRPr>
      </a:lvl7pPr>
      <a:lvl8pPr marL="1371600" algn="ctr" rtl="0" fontAlgn="base">
        <a:lnSpc>
          <a:spcPct val="90000"/>
        </a:lnSpc>
        <a:spcBef>
          <a:spcPct val="0"/>
        </a:spcBef>
        <a:spcAft>
          <a:spcPct val="0"/>
        </a:spcAft>
        <a:defRPr sz="5400" b="1">
          <a:solidFill>
            <a:srgbClr val="FF0000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cs typeface="Arial" panose="020B0604020202020204" pitchFamily="34" charset="0"/>
        </a:defRPr>
      </a:lvl8pPr>
      <a:lvl9pPr marL="1828800" algn="ctr" rtl="0" fontAlgn="base">
        <a:lnSpc>
          <a:spcPct val="90000"/>
        </a:lnSpc>
        <a:spcBef>
          <a:spcPct val="0"/>
        </a:spcBef>
        <a:spcAft>
          <a:spcPct val="0"/>
        </a:spcAft>
        <a:defRPr sz="5400" b="1">
          <a:solidFill>
            <a:srgbClr val="FF0000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4029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tx1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4029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chemeClr val="tx1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 altLang="en-US"/>
              <a:t>MAINAK     CS422</a:t>
            </a:r>
          </a:p>
        </p:txBody>
      </p:sp>
      <p:sp>
        <p:nvSpPr>
          <p:cNvPr id="14029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fld id="{3AA5D96C-D843-4F8B-98FB-E36482D4259E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5" r:id="rId1"/>
    <p:sldLayoutId id="2147483886" r:id="rId2"/>
    <p:sldLayoutId id="2147483887" r:id="rId3"/>
    <p:sldLayoutId id="2147483888" r:id="rId4"/>
    <p:sldLayoutId id="2147483889" r:id="rId5"/>
    <p:sldLayoutId id="2147483890" r:id="rId6"/>
    <p:sldLayoutId id="2147483891" r:id="rId7"/>
    <p:sldLayoutId id="2147483892" r:id="rId8"/>
    <p:sldLayoutId id="2147483893" r:id="rId9"/>
    <p:sldLayoutId id="2147483894" r:id="rId10"/>
    <p:sldLayoutId id="2147483895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3124200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4800" dirty="0" smtClean="0">
                <a:solidFill>
                  <a:srgbClr val="0070C0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Arial (Headings)"/>
              </a:rPr>
              <a:t>Introduction</a:t>
            </a:r>
            <a:r>
              <a:rPr lang="en-US" sz="4800" dirty="0" smtClean="0">
                <a:solidFill>
                  <a:srgbClr val="0070C0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</a:rPr>
              <a:t> to Verilog HDL</a:t>
            </a:r>
            <a:endParaRPr lang="en-US" sz="4800" dirty="0">
              <a:solidFill>
                <a:srgbClr val="0070C0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048000"/>
            <a:ext cx="9144000" cy="35814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endParaRPr lang="en-US" sz="3600" dirty="0" smtClean="0">
              <a:solidFill>
                <a:schemeClr val="tx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eaLnBrk="1" hangingPunct="1">
              <a:defRPr/>
            </a:pPr>
            <a:endParaRPr lang="en-US" sz="3600" dirty="0">
              <a:solidFill>
                <a:schemeClr val="tx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eaLnBrk="1" hangingPunct="1">
              <a:defRPr/>
            </a:pPr>
            <a:r>
              <a:rPr lang="en-US" sz="3600" b="0" dirty="0" err="1" smtClean="0"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Mainak</a:t>
            </a:r>
            <a:r>
              <a:rPr lang="en-US" sz="3600" b="0" dirty="0" smtClean="0"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3600" b="0" dirty="0" err="1" smtClean="0"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Chaudhuri</a:t>
            </a:r>
            <a:endParaRPr lang="en-US" sz="3600" b="0" dirty="0" smtClean="0">
              <a:effectLst/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eaLnBrk="1" hangingPunct="1">
              <a:defRPr/>
            </a:pPr>
            <a:r>
              <a:rPr lang="en-US" sz="3600" b="0" dirty="0" smtClean="0"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Indian Institute of Technology Kanpur</a:t>
            </a:r>
          </a:p>
          <a:p>
            <a:pPr eaLnBrk="1" hangingPunct="1">
              <a:defRPr/>
            </a:pPr>
            <a:endParaRPr lang="en-US" dirty="0" smtClean="0">
              <a:solidFill>
                <a:schemeClr val="tx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eaLnBrk="1" hangingPunct="1">
              <a:defRPr/>
            </a:pPr>
            <a:endParaRPr lang="en-US" dirty="0" smtClean="0">
              <a:solidFill>
                <a:schemeClr val="tx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 smtClean="0">
                <a:solidFill>
                  <a:srgbClr val="0070C0"/>
                </a:solidFill>
              </a:rPr>
              <a:t>Hardware design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686800" cy="5867400"/>
          </a:xfrm>
        </p:spPr>
        <p:txBody>
          <a:bodyPr/>
          <a:lstStyle/>
          <a:p>
            <a:pPr marL="0" indent="0">
              <a:buFontTx/>
              <a:buNone/>
            </a:pPr>
            <a:endParaRPr lang="en-US" altLang="en-US" smtClean="0"/>
          </a:p>
          <a:p>
            <a:pPr marL="0" indent="0">
              <a:buFontTx/>
              <a:buNone/>
            </a:pPr>
            <a:endParaRPr lang="en-US" altLang="en-US" smtClean="0"/>
          </a:p>
        </p:txBody>
      </p:sp>
      <p:sp>
        <p:nvSpPr>
          <p:cNvPr id="4" name="Rectangle 14"/>
          <p:cNvSpPr>
            <a:spLocks noChangeArrowheads="1"/>
          </p:cNvSpPr>
          <p:nvPr/>
        </p:nvSpPr>
        <p:spPr bwMode="auto">
          <a:xfrm>
            <a:off x="1600200" y="2895600"/>
            <a:ext cx="3581400" cy="2819400"/>
          </a:xfrm>
          <a:prstGeom prst="rect">
            <a:avLst/>
          </a:prstGeom>
          <a:solidFill>
            <a:srgbClr val="9900FF">
              <a:alpha val="13000"/>
            </a:srgbClr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pPr algn="ctr">
              <a:defRPr/>
            </a:pPr>
            <a:r>
              <a:rPr lang="en-US" sz="2400" dirty="0">
                <a:solidFill>
                  <a:srgbClr val="A0207B"/>
                </a:solidFill>
                <a:latin typeface="+mj-lt"/>
              </a:rPr>
              <a:t>Microarchitecture</a:t>
            </a:r>
          </a:p>
          <a:p>
            <a:pPr algn="ctr">
              <a:defRPr/>
            </a:pPr>
            <a:r>
              <a:rPr lang="en-US" sz="2400" dirty="0">
                <a:solidFill>
                  <a:srgbClr val="A0207B"/>
                </a:solidFill>
                <a:latin typeface="+mj-lt"/>
              </a:rPr>
              <a:t>Function blocks</a:t>
            </a:r>
          </a:p>
          <a:p>
            <a:pPr algn="ctr">
              <a:defRPr/>
            </a:pPr>
            <a:r>
              <a:rPr lang="en-US" sz="2400" dirty="0">
                <a:solidFill>
                  <a:srgbClr val="A0207B"/>
                </a:solidFill>
                <a:latin typeface="+mj-lt"/>
              </a:rPr>
              <a:t>Logic gates</a:t>
            </a:r>
          </a:p>
          <a:p>
            <a:pPr algn="ctr">
              <a:defRPr/>
            </a:pPr>
            <a:r>
              <a:rPr lang="en-US" sz="2400" dirty="0">
                <a:solidFill>
                  <a:srgbClr val="A0207B"/>
                </a:solidFill>
                <a:latin typeface="+mj-lt"/>
              </a:rPr>
              <a:t>Circuits</a:t>
            </a:r>
          </a:p>
          <a:p>
            <a:pPr algn="ctr">
              <a:defRPr/>
            </a:pPr>
            <a:r>
              <a:rPr lang="en-US" sz="2400" dirty="0">
                <a:solidFill>
                  <a:srgbClr val="A0207B"/>
                </a:solidFill>
                <a:latin typeface="+mj-lt"/>
              </a:rPr>
              <a:t>Transistors</a:t>
            </a:r>
          </a:p>
        </p:txBody>
      </p:sp>
      <p:sp>
        <p:nvSpPr>
          <p:cNvPr id="24" name="Text Box 15"/>
          <p:cNvSpPr txBox="1">
            <a:spLocks noChangeArrowheads="1"/>
          </p:cNvSpPr>
          <p:nvPr/>
        </p:nvSpPr>
        <p:spPr bwMode="auto">
          <a:xfrm>
            <a:off x="2286000" y="1701800"/>
            <a:ext cx="2190750" cy="584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en-US" sz="3200" dirty="0">
                <a:solidFill>
                  <a:srgbClr val="C00000"/>
                </a:solidFill>
                <a:latin typeface="+mj-lt"/>
              </a:rPr>
              <a:t>Algorithm</a:t>
            </a:r>
          </a:p>
        </p:txBody>
      </p:sp>
      <p:sp>
        <p:nvSpPr>
          <p:cNvPr id="5128" name="Down Arrow 14"/>
          <p:cNvSpPr>
            <a:spLocks noChangeArrowheads="1"/>
          </p:cNvSpPr>
          <p:nvPr/>
        </p:nvSpPr>
        <p:spPr bwMode="auto">
          <a:xfrm>
            <a:off x="3097213" y="2260600"/>
            <a:ext cx="484187" cy="622300"/>
          </a:xfrm>
          <a:prstGeom prst="downArrow">
            <a:avLst>
              <a:gd name="adj1" fmla="val 50000"/>
              <a:gd name="adj2" fmla="val 50053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" name="Text Box 15"/>
          <p:cNvSpPr txBox="1">
            <a:spLocks noChangeArrowheads="1"/>
          </p:cNvSpPr>
          <p:nvPr/>
        </p:nvSpPr>
        <p:spPr bwMode="auto">
          <a:xfrm>
            <a:off x="5181600" y="2895600"/>
            <a:ext cx="3862388" cy="584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en-US" sz="3200" dirty="0">
                <a:solidFill>
                  <a:srgbClr val="C00000"/>
                </a:solidFill>
                <a:latin typeface="+mj-lt"/>
              </a:rPr>
              <a:t>Represent in HDL</a:t>
            </a:r>
          </a:p>
        </p:txBody>
      </p:sp>
      <p:sp>
        <p:nvSpPr>
          <p:cNvPr id="28" name="Text Box 15"/>
          <p:cNvSpPr txBox="1">
            <a:spLocks noChangeArrowheads="1"/>
          </p:cNvSpPr>
          <p:nvPr/>
        </p:nvSpPr>
        <p:spPr bwMode="auto">
          <a:xfrm>
            <a:off x="5562600" y="4445000"/>
            <a:ext cx="2943225" cy="584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en-US" sz="3200" dirty="0">
                <a:solidFill>
                  <a:srgbClr val="C00000"/>
                </a:solidFill>
                <a:latin typeface="+mj-lt"/>
              </a:rPr>
              <a:t>HDL compiler</a:t>
            </a:r>
          </a:p>
        </p:txBody>
      </p:sp>
      <p:sp>
        <p:nvSpPr>
          <p:cNvPr id="29" name="Text Box 15"/>
          <p:cNvSpPr txBox="1">
            <a:spLocks noChangeArrowheads="1"/>
          </p:cNvSpPr>
          <p:nvPr/>
        </p:nvSpPr>
        <p:spPr bwMode="auto">
          <a:xfrm>
            <a:off x="4648200" y="5969000"/>
            <a:ext cx="2001838" cy="584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en-US" sz="3200" dirty="0">
                <a:solidFill>
                  <a:srgbClr val="C00000"/>
                </a:solidFill>
                <a:latin typeface="+mj-lt"/>
              </a:rPr>
              <a:t>Simulate</a:t>
            </a:r>
          </a:p>
        </p:txBody>
      </p:sp>
      <p:sp>
        <p:nvSpPr>
          <p:cNvPr id="30" name="Text Box 15"/>
          <p:cNvSpPr txBox="1">
            <a:spLocks noChangeArrowheads="1"/>
          </p:cNvSpPr>
          <p:nvPr/>
        </p:nvSpPr>
        <p:spPr bwMode="auto">
          <a:xfrm>
            <a:off x="6729413" y="5969000"/>
            <a:ext cx="2414587" cy="584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en-US" sz="3200" dirty="0">
                <a:solidFill>
                  <a:srgbClr val="C00000"/>
                </a:solidFill>
                <a:latin typeface="+mj-lt"/>
              </a:rPr>
              <a:t>Synthesize</a:t>
            </a:r>
          </a:p>
        </p:txBody>
      </p:sp>
      <p:cxnSp>
        <p:nvCxnSpPr>
          <p:cNvPr id="5133" name="Straight Connector 30"/>
          <p:cNvCxnSpPr>
            <a:cxnSpLocks noChangeShapeType="1"/>
            <a:stCxn id="24" idx="3"/>
          </p:cNvCxnSpPr>
          <p:nvPr/>
        </p:nvCxnSpPr>
        <p:spPr bwMode="auto">
          <a:xfrm flipV="1">
            <a:off x="4476750" y="1981200"/>
            <a:ext cx="2381250" cy="12700"/>
          </a:xfrm>
          <a:prstGeom prst="line">
            <a:avLst/>
          </a:prstGeom>
          <a:noFill/>
          <a:ln w="38100" algn="ctr">
            <a:solidFill>
              <a:srgbClr val="CC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34" name="Straight Arrow Connector 32"/>
          <p:cNvCxnSpPr>
            <a:cxnSpLocks noChangeShapeType="1"/>
          </p:cNvCxnSpPr>
          <p:nvPr/>
        </p:nvCxnSpPr>
        <p:spPr bwMode="auto">
          <a:xfrm>
            <a:off x="6858000" y="1981200"/>
            <a:ext cx="0" cy="1066800"/>
          </a:xfrm>
          <a:prstGeom prst="straightConnector1">
            <a:avLst/>
          </a:prstGeom>
          <a:noFill/>
          <a:ln w="38100" algn="ctr">
            <a:solidFill>
              <a:srgbClr val="CC33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35" name="Straight Arrow Connector 34"/>
          <p:cNvCxnSpPr>
            <a:cxnSpLocks noChangeShapeType="1"/>
          </p:cNvCxnSpPr>
          <p:nvPr/>
        </p:nvCxnSpPr>
        <p:spPr bwMode="auto">
          <a:xfrm>
            <a:off x="6858000" y="3479800"/>
            <a:ext cx="0" cy="1092200"/>
          </a:xfrm>
          <a:prstGeom prst="straightConnector1">
            <a:avLst/>
          </a:prstGeom>
          <a:noFill/>
          <a:ln w="38100" algn="ctr">
            <a:solidFill>
              <a:srgbClr val="CC33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36" name="Straight Arrow Connector 36"/>
          <p:cNvCxnSpPr>
            <a:cxnSpLocks noChangeShapeType="1"/>
          </p:cNvCxnSpPr>
          <p:nvPr/>
        </p:nvCxnSpPr>
        <p:spPr bwMode="auto">
          <a:xfrm flipH="1">
            <a:off x="5562600" y="5029200"/>
            <a:ext cx="1295400" cy="1066800"/>
          </a:xfrm>
          <a:prstGeom prst="straightConnector1">
            <a:avLst/>
          </a:prstGeom>
          <a:noFill/>
          <a:ln w="38100" algn="ctr">
            <a:solidFill>
              <a:srgbClr val="CC33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37" name="Straight Arrow Connector 38"/>
          <p:cNvCxnSpPr>
            <a:cxnSpLocks noChangeShapeType="1"/>
          </p:cNvCxnSpPr>
          <p:nvPr/>
        </p:nvCxnSpPr>
        <p:spPr bwMode="auto">
          <a:xfrm>
            <a:off x="6858000" y="5029200"/>
            <a:ext cx="1392238" cy="1066800"/>
          </a:xfrm>
          <a:prstGeom prst="straightConnector1">
            <a:avLst/>
          </a:prstGeom>
          <a:noFill/>
          <a:ln w="38100" algn="ctr">
            <a:solidFill>
              <a:srgbClr val="CC33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fld id="{328BBF40-7292-4C4E-9099-AC2572F2C50E}" type="slidenum">
              <a:rPr lang="en-US" altLang="en-US" sz="1400">
                <a:solidFill>
                  <a:schemeClr val="tx1"/>
                </a:solidFill>
                <a:latin typeface="Verdana" panose="020B0604030504040204" pitchFamily="34" charset="0"/>
              </a:rPr>
              <a:pPr/>
              <a:t>3</a:t>
            </a:fld>
            <a:endParaRPr lang="en-US" altLang="en-US" sz="1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2099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03188"/>
            <a:ext cx="9144000" cy="73501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 smtClean="0">
                <a:solidFill>
                  <a:srgbClr val="0070C0"/>
                </a:solidFill>
              </a:rPr>
              <a:t>HDLs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686800" cy="5562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/>
              <a:t>Hardware description languages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Offers an abstract language for representing computation that needs to be realized in hardware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Verilog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mtClean="0"/>
              <a:t>C-like syntax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mtClean="0"/>
              <a:t>We will use this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VHDL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mtClean="0"/>
              <a:t>VHSIC HDL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mtClean="0"/>
              <a:t>Very high speed integrated circuit HDL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mtClean="0"/>
              <a:t>Ada-like syntax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BSV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mtClean="0"/>
              <a:t>Bluespec System Verilog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fld id="{D23B20C8-03E1-4E8B-BBC6-D1913A22593F}" type="slidenum">
              <a:rPr lang="en-US" altLang="en-US" sz="1400">
                <a:solidFill>
                  <a:schemeClr val="tx1"/>
                </a:solidFill>
                <a:latin typeface="Verdana" panose="020B0604030504040204" pitchFamily="34" charset="0"/>
              </a:rPr>
              <a:pPr/>
              <a:t>4</a:t>
            </a:fld>
            <a:endParaRPr lang="en-US" altLang="en-US" sz="1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2099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03188"/>
            <a:ext cx="9144000" cy="73501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 smtClean="0">
                <a:solidFill>
                  <a:srgbClr val="0070C0"/>
                </a:solidFill>
              </a:rPr>
              <a:t>What is Verilog?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686800" cy="5562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/>
              <a:t>A Hardware description language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Describes digital systems in a convenient way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Faster than gate-level simulation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Still models the hardware concurrency in detail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Possible to carry out both behavioral/functional and structural simulations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We will do only behavioral simulation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C-like syntax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Remember: you are designing hardware; a new variable means you just added a new signal to your circuit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Two major types of variables: wire and reg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Wire used for direct communication of signals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Reg used to store value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fld id="{D9DB11B3-8FDD-40C8-87E1-A6822E72DB7C}" type="slidenum">
              <a:rPr lang="en-US" altLang="en-US" sz="1400">
                <a:solidFill>
                  <a:schemeClr val="tx1"/>
                </a:solidFill>
                <a:latin typeface="Verdana" panose="020B0604030504040204" pitchFamily="34" charset="0"/>
              </a:rPr>
              <a:pPr/>
              <a:t>5</a:t>
            </a:fld>
            <a:endParaRPr lang="en-US" altLang="en-US" sz="1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2099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03188"/>
            <a:ext cx="9144000" cy="73501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 smtClean="0">
                <a:solidFill>
                  <a:srgbClr val="0070C0"/>
                </a:solidFill>
              </a:rPr>
              <a:t>Verilog program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38200"/>
            <a:ext cx="8686800" cy="5562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 smtClean="0"/>
              <a:t>A Verilog program represents the target hardware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/>
              <a:t>Usually a collection of modules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/>
              <a:t>A module is similar to a C function except that it has no return type and there can be </a:t>
            </a:r>
            <a:r>
              <a:rPr lang="en-US" altLang="en-US" dirty="0" smtClean="0">
                <a:solidFill>
                  <a:srgbClr val="FF0000"/>
                </a:solidFill>
              </a:rPr>
              <a:t>multiple instances</a:t>
            </a:r>
            <a:r>
              <a:rPr lang="en-US" altLang="en-US" dirty="0" smtClean="0"/>
              <a:t> of a module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/>
              <a:t>All inputs and outputs are module arguments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/>
              <a:t>The modules are arranged in a hierarchy to represent the target hardware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/>
              <a:t>Example: consider designing a four-bit adder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 smtClean="0"/>
              <a:t>A full-adder module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 smtClean="0"/>
              <a:t>A four-bit adder module that </a:t>
            </a:r>
            <a:r>
              <a:rPr lang="en-US" altLang="en-US" dirty="0" smtClean="0">
                <a:solidFill>
                  <a:srgbClr val="FF0000"/>
                </a:solidFill>
              </a:rPr>
              <a:t>instantiates</a:t>
            </a:r>
            <a:r>
              <a:rPr lang="en-US" altLang="en-US" dirty="0" smtClean="0"/>
              <a:t> four full-adder modules and connects them properly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 smtClean="0"/>
              <a:t>A top-level module representing the environment of the four-bit adder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 smtClean="0"/>
              <a:t>The top-level module instantiates the target hardware (e.g., four-bit adder module), generates the inputs, and collects the outputs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fld id="{7038EB7A-5433-44A6-B7FA-E488D966ABBC}" type="slidenum">
              <a:rPr lang="en-US" altLang="en-US" sz="1400">
                <a:solidFill>
                  <a:schemeClr val="tx1"/>
                </a:solidFill>
                <a:latin typeface="Verdana" panose="020B0604030504040204" pitchFamily="34" charset="0"/>
              </a:rPr>
              <a:pPr/>
              <a:t>6</a:t>
            </a:fld>
            <a:endParaRPr lang="en-US" altLang="en-US" sz="1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2314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03188"/>
            <a:ext cx="9144000" cy="81121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 smtClean="0">
                <a:solidFill>
                  <a:srgbClr val="0070C0"/>
                </a:solidFill>
              </a:rPr>
              <a:t>Example: Full adder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686800" cy="5943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dirty="0" smtClean="0"/>
              <a:t>/* this module receives as input three bits and outputs the sum bit and the carry bit */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dirty="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dirty="0" smtClean="0"/>
              <a:t>module </a:t>
            </a:r>
            <a:r>
              <a:rPr lang="en-US" altLang="en-US" dirty="0" err="1" smtClean="0"/>
              <a:t>fulladder</a:t>
            </a:r>
            <a:r>
              <a:rPr lang="en-US" altLang="en-US" dirty="0" smtClean="0"/>
              <a:t>(</a:t>
            </a:r>
            <a:r>
              <a:rPr lang="en-US" altLang="en-US" dirty="0" err="1" smtClean="0"/>
              <a:t>a,b,c,sum,carry</a:t>
            </a:r>
            <a:r>
              <a:rPr lang="en-US" altLang="en-US" dirty="0" smtClean="0"/>
              <a:t>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dirty="0" smtClean="0"/>
              <a:t>input </a:t>
            </a:r>
            <a:r>
              <a:rPr lang="en-US" altLang="en-US" dirty="0" err="1" smtClean="0"/>
              <a:t>a,b,c</a:t>
            </a:r>
            <a:r>
              <a:rPr lang="en-US" altLang="en-US" dirty="0" smtClean="0"/>
              <a:t>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dirty="0" smtClean="0"/>
              <a:t>output </a:t>
            </a:r>
            <a:r>
              <a:rPr lang="en-US" altLang="en-US" dirty="0" err="1" smtClean="0"/>
              <a:t>sum,carry</a:t>
            </a:r>
            <a:r>
              <a:rPr lang="en-US" altLang="en-US" dirty="0" smtClean="0"/>
              <a:t>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dirty="0" smtClean="0"/>
              <a:t>wire </a:t>
            </a:r>
            <a:r>
              <a:rPr lang="en-US" altLang="en-US" dirty="0" err="1" smtClean="0"/>
              <a:t>sum,carry</a:t>
            </a:r>
            <a:r>
              <a:rPr lang="en-US" altLang="en-US" dirty="0" smtClean="0"/>
              <a:t>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dirty="0" smtClean="0"/>
              <a:t> 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dirty="0" smtClean="0"/>
              <a:t>assign sum=</a:t>
            </a:r>
            <a:r>
              <a:rPr lang="en-US" altLang="en-US" dirty="0" err="1" smtClean="0"/>
              <a:t>a^b^c</a:t>
            </a:r>
            <a:r>
              <a:rPr lang="en-US" altLang="en-US" dirty="0" smtClean="0"/>
              <a:t>;    // sum bit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dirty="0" smtClean="0"/>
              <a:t>assign carry=((</a:t>
            </a:r>
            <a:r>
              <a:rPr lang="en-US" altLang="en-US" dirty="0" err="1" smtClean="0"/>
              <a:t>a&amp;b</a:t>
            </a:r>
            <a:r>
              <a:rPr lang="en-US" altLang="en-US" dirty="0" smtClean="0"/>
              <a:t>) | (</a:t>
            </a:r>
            <a:r>
              <a:rPr lang="en-US" altLang="en-US" dirty="0" err="1" smtClean="0"/>
              <a:t>b&amp;c</a:t>
            </a:r>
            <a:r>
              <a:rPr lang="en-US" altLang="en-US" dirty="0" smtClean="0"/>
              <a:t>) | (</a:t>
            </a:r>
            <a:r>
              <a:rPr lang="en-US" altLang="en-US" dirty="0" err="1" smtClean="0"/>
              <a:t>a&amp;c</a:t>
            </a:r>
            <a:r>
              <a:rPr lang="en-US" altLang="en-US" dirty="0" smtClean="0"/>
              <a:t>));   //carry bit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dirty="0" smtClean="0"/>
              <a:t>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dirty="0" err="1" smtClean="0"/>
              <a:t>endmodule</a:t>
            </a:r>
            <a:endParaRPr lang="en-US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fld id="{2F219223-2535-486C-9697-C7A5B4A889A8}" type="slidenum">
              <a:rPr lang="en-US" altLang="en-US" sz="1400">
                <a:solidFill>
                  <a:schemeClr val="tx1"/>
                </a:solidFill>
                <a:latin typeface="Verdana" panose="020B0604030504040204" pitchFamily="34" charset="0"/>
              </a:rPr>
              <a:pPr/>
              <a:t>7</a:t>
            </a:fld>
            <a:endParaRPr lang="en-US" altLang="en-US" sz="1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2324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03188"/>
            <a:ext cx="9144000" cy="73501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 smtClean="0">
                <a:solidFill>
                  <a:srgbClr val="0070C0"/>
                </a:solidFill>
              </a:rPr>
              <a:t>Example: Full adder</a:t>
            </a:r>
            <a:r>
              <a:rPr lang="en-US" altLang="en-US" sz="4800" dirty="0" smtClean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838200"/>
            <a:ext cx="4038600" cy="5218113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dirty="0" smtClean="0"/>
              <a:t>module </a:t>
            </a:r>
            <a:r>
              <a:rPr lang="en-US" altLang="en-US" sz="2000" dirty="0" err="1" smtClean="0"/>
              <a:t>fulladder_top</a:t>
            </a:r>
            <a:r>
              <a:rPr lang="en-US" altLang="en-US" sz="2000" dirty="0" smtClean="0"/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dirty="0" err="1" smtClean="0"/>
              <a:t>reg</a:t>
            </a:r>
            <a:r>
              <a:rPr lang="en-US" altLang="en-US" sz="2000" dirty="0" smtClean="0"/>
              <a:t>  a, b, c;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dirty="0" smtClean="0"/>
              <a:t>wire sum, carry;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000" dirty="0" smtClean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dirty="0" err="1" smtClean="0"/>
              <a:t>fulladder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uut</a:t>
            </a:r>
            <a:r>
              <a:rPr lang="en-US" altLang="en-US" sz="2000" dirty="0" smtClean="0"/>
              <a:t>(</a:t>
            </a:r>
            <a:r>
              <a:rPr lang="en-US" altLang="en-US" sz="2000" dirty="0" err="1" smtClean="0"/>
              <a:t>a,b,c,sum,carry</a:t>
            </a:r>
            <a:r>
              <a:rPr lang="en-US" altLang="en-US" sz="2000" dirty="0" smtClean="0"/>
              <a:t>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dirty="0" smtClean="0"/>
              <a:t>always @(sum or carry)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dirty="0" smtClean="0"/>
              <a:t> begin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dirty="0" smtClean="0"/>
              <a:t>   $display("time=%d: %b + %b + %b = %b, carry = </a:t>
            </a:r>
            <a:r>
              <a:rPr lang="en-US" altLang="en-US" sz="2000" smtClean="0"/>
              <a:t>%b</a:t>
            </a:r>
            <a:r>
              <a:rPr lang="en-US" alt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altLang="en-US" sz="2000" smtClean="0"/>
              <a:t>n</a:t>
            </a:r>
            <a:r>
              <a:rPr lang="en-US" altLang="en-US" sz="2000" dirty="0" smtClean="0"/>
              <a:t>",$</a:t>
            </a:r>
            <a:r>
              <a:rPr lang="en-US" altLang="en-US" sz="2000" dirty="0" err="1" smtClean="0"/>
              <a:t>time,a,b,c,sum,carry</a:t>
            </a:r>
            <a:r>
              <a:rPr lang="en-US" altLang="en-US" sz="2000" dirty="0" smtClean="0"/>
              <a:t>);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dirty="0" smtClean="0"/>
              <a:t> end</a:t>
            </a:r>
          </a:p>
          <a:p>
            <a:pPr eaLnBrk="1" hangingPunct="1">
              <a:lnSpc>
                <a:spcPct val="80000"/>
              </a:lnSpc>
            </a:pPr>
            <a:endParaRPr lang="en-US" altLang="en-US" sz="2000" dirty="0" smtClean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dirty="0" smtClean="0"/>
              <a:t>initial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dirty="0" smtClean="0"/>
              <a:t> begin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dirty="0" smtClean="0"/>
              <a:t>   #40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dirty="0" smtClean="0"/>
              <a:t>  $finish;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dirty="0" smtClean="0"/>
              <a:t> end</a:t>
            </a:r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body" sz="half" idx="2"/>
          </p:nvPr>
        </p:nvSpPr>
        <p:spPr>
          <a:xfrm>
            <a:off x="4648200" y="838200"/>
            <a:ext cx="4038600" cy="5218113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dirty="0" smtClean="0"/>
              <a:t>initial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dirty="0" smtClean="0"/>
              <a:t> begin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dirty="0" smtClean="0"/>
              <a:t>   a = 0; b = 0; c = 0;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dirty="0" smtClean="0"/>
              <a:t>   #5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dirty="0" smtClean="0"/>
              <a:t>   a = 0; b = 1; c = 0;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dirty="0" smtClean="0"/>
              <a:t>   #5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dirty="0" smtClean="0"/>
              <a:t>   a = 1; b = 0; c = 1;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dirty="0" smtClean="0"/>
              <a:t>   #5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dirty="0" smtClean="0"/>
              <a:t>   a = 1; b = 1; c = 1;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dirty="0" smtClean="0"/>
              <a:t> end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000" dirty="0" smtClean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dirty="0" err="1" smtClean="0"/>
              <a:t>endmodule</a:t>
            </a:r>
            <a:endParaRPr lang="en-US" altLang="en-US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fld id="{FC97BF68-203A-4304-A1E5-2DD22DA16B95}" type="slidenum">
              <a:rPr lang="en-US" altLang="en-US" sz="1400">
                <a:solidFill>
                  <a:schemeClr val="tx1"/>
                </a:solidFill>
                <a:latin typeface="Verdana" panose="020B0604030504040204" pitchFamily="34" charset="0"/>
              </a:rPr>
              <a:pPr/>
              <a:t>8</a:t>
            </a:fld>
            <a:endParaRPr lang="en-US" altLang="en-US" sz="1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03188"/>
            <a:ext cx="9144000" cy="73501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 smtClean="0">
                <a:solidFill>
                  <a:srgbClr val="0070C0"/>
                </a:solidFill>
              </a:rPr>
              <a:t>Full adder output</a:t>
            </a:r>
          </a:p>
        </p:txBody>
      </p:sp>
      <p:sp>
        <p:nvSpPr>
          <p:cNvPr id="234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686800" cy="5065713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FontTx/>
              <a:buNone/>
              <a:defRPr/>
            </a:pPr>
            <a:endParaRPr lang="en-US" altLang="en-US" sz="2400" dirty="0" smtClean="0"/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en-US" sz="2400" dirty="0" smtClean="0"/>
              <a:t>time=0: 0 + 0 + 0 = 0, carry = 0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en-US" sz="2400" dirty="0" smtClean="0"/>
              <a:t>time=5: 0 + 1 + 0 = 1, carry = 0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en-US" sz="2400" dirty="0" smtClean="0"/>
              <a:t>time=10: 1 + 0 + 1 = 0, carry = 1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en-US" sz="2400" dirty="0" smtClean="0"/>
              <a:t>time=15: 1 + 1 + 1 = 1, carry = 1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  <a:defRPr/>
            </a:pPr>
            <a:endParaRPr lang="en-US" alt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fld id="{2B59BEBB-5E68-4187-8D90-14D7661056B2}" type="slidenum">
              <a:rPr lang="en-US" altLang="en-US" sz="1400">
                <a:solidFill>
                  <a:schemeClr val="tx1"/>
                </a:solidFill>
                <a:latin typeface="Verdana" panose="020B0604030504040204" pitchFamily="34" charset="0"/>
              </a:rPr>
              <a:pPr/>
              <a:t>9</a:t>
            </a:fld>
            <a:endParaRPr lang="en-US" altLang="en-US" sz="1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21197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03188"/>
            <a:ext cx="9144000" cy="73501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 smtClean="0">
                <a:solidFill>
                  <a:srgbClr val="0070C0"/>
                </a:solidFill>
              </a:rPr>
              <a:t>Verilog syntax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762000"/>
            <a:ext cx="8686800" cy="5867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/>
              <a:t>A concurrent language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mtClean="0"/>
              <a:t>assign a = ~b;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mtClean="0"/>
              <a:t>assign c = d;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mtClean="0"/>
              <a:t>Both take place concurrently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Combinational logic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Use </a:t>
            </a:r>
            <a:r>
              <a:rPr lang="en-US" altLang="en-US" i="1" smtClean="0"/>
              <a:t>assign</a:t>
            </a:r>
            <a:r>
              <a:rPr lang="en-US" altLang="en-US" smtClean="0"/>
              <a:t> statements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AND, OR, NOT, XOR, … (&amp;, |, ~, ^, …)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mtClean="0"/>
              <a:t>assign x = (a &amp; ~b) | (~a &amp; b);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mtClean="0"/>
              <a:t>assign y = a ^ b;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LHS signal must be declared as a wire (cannot hold value; values can be held only in sequential logic)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You can use == and != (but remember this will create a comparator in hardware)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mtClean="0"/>
              <a:t>assign x = (opcode==6’h4);</a:t>
            </a:r>
          </a:p>
          <a:p>
            <a:pPr lvl="2" eaLnBrk="1" hangingPunct="1">
              <a:lnSpc>
                <a:spcPct val="90000"/>
              </a:lnSpc>
            </a:pPr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fld id="{18E18734-8BED-443A-ABB3-D3AC83E4879D}" type="slidenum">
              <a:rPr lang="en-US" altLang="en-US" sz="1400">
                <a:solidFill>
                  <a:schemeClr val="tx1"/>
                </a:solidFill>
                <a:latin typeface="Verdana" panose="020B0604030504040204" pitchFamily="34" charset="0"/>
              </a:rPr>
              <a:pPr/>
              <a:t>10</a:t>
            </a:fld>
            <a:endParaRPr lang="en-US" altLang="en-US" sz="1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2129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03188"/>
            <a:ext cx="9144000" cy="73501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 smtClean="0">
                <a:solidFill>
                  <a:srgbClr val="0070C0"/>
                </a:solidFill>
              </a:rPr>
              <a:t>Combinational logic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686800" cy="5943600"/>
          </a:xfrm>
        </p:spPr>
        <p:txBody>
          <a:bodyPr/>
          <a:lstStyle/>
          <a:p>
            <a:pPr eaLnBrk="1" hangingPunct="1"/>
            <a:r>
              <a:rPr lang="en-US" altLang="en-US" smtClean="0"/>
              <a:t>Four data values</a:t>
            </a:r>
          </a:p>
          <a:p>
            <a:pPr lvl="1" eaLnBrk="1" hangingPunct="1"/>
            <a:r>
              <a:rPr lang="en-US" altLang="en-US" smtClean="0"/>
              <a:t>0, 1, x, z</a:t>
            </a:r>
          </a:p>
          <a:p>
            <a:pPr lvl="1" eaLnBrk="1" hangingPunct="1"/>
            <a:r>
              <a:rPr lang="en-US" altLang="en-US" smtClean="0"/>
              <a:t>Possible to specify data representation format: most commonly used are binary and hex</a:t>
            </a:r>
          </a:p>
          <a:p>
            <a:pPr lvl="1" eaLnBrk="1" hangingPunct="1"/>
            <a:r>
              <a:rPr lang="en-US" altLang="en-US" smtClean="0"/>
              <a:t>Possible to specify width of data (always in number of bits independent of the representation)</a:t>
            </a:r>
          </a:p>
          <a:p>
            <a:pPr lvl="2" eaLnBrk="1" hangingPunct="1"/>
            <a:r>
              <a:rPr lang="en-US" altLang="en-US" smtClean="0"/>
              <a:t>6’b100101, 6’h25</a:t>
            </a:r>
          </a:p>
          <a:p>
            <a:pPr eaLnBrk="1" hangingPunct="1"/>
            <a:r>
              <a:rPr lang="en-US" altLang="en-US" smtClean="0"/>
              <a:t>Do not use +, -, &lt;&lt;, &gt;&gt; carelessly</a:t>
            </a:r>
          </a:p>
          <a:p>
            <a:pPr lvl="1" eaLnBrk="1" hangingPunct="1"/>
            <a:r>
              <a:rPr lang="en-US" altLang="en-US" smtClean="0"/>
              <a:t>These are costly hardware</a:t>
            </a:r>
          </a:p>
          <a:p>
            <a:pPr eaLnBrk="1" hangingPunct="1"/>
            <a:r>
              <a:rPr lang="en-US" altLang="en-US" smtClean="0"/>
              <a:t>Never use *, /</a:t>
            </a:r>
          </a:p>
          <a:p>
            <a:pPr lvl="1" eaLnBrk="1" hangingPunct="1"/>
            <a:r>
              <a:rPr lang="en-US" altLang="en-US" smtClean="0"/>
              <a:t>If you must multiply or divide, implement one (e.g. Booth’s algorithm)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fld id="{D0034882-4D70-49BE-8DDB-63DC28814E6F}" type="slidenum">
              <a:rPr lang="en-US" altLang="en-US" sz="1400">
                <a:solidFill>
                  <a:schemeClr val="tx1"/>
                </a:solidFill>
                <a:latin typeface="Verdana" panose="020B0604030504040204" pitchFamily="34" charset="0"/>
              </a:rPr>
              <a:pPr/>
              <a:t>11</a:t>
            </a:fld>
            <a:endParaRPr lang="en-US" altLang="en-US" sz="1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21401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03188"/>
            <a:ext cx="9144000" cy="73501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 smtClean="0">
                <a:solidFill>
                  <a:srgbClr val="0070C0"/>
                </a:solidFill>
              </a:rPr>
              <a:t>Combinational logic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762000"/>
            <a:ext cx="8686800" cy="5943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/>
              <a:t>2-input AND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mtClean="0"/>
              <a:t>module and (x, y, out);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mtClean="0"/>
              <a:t>input x;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mtClean="0"/>
              <a:t>input y;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mtClean="0"/>
              <a:t>output out; wire out;  /* Note: type specification of output */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mtClean="0"/>
              <a:t>	assign out = x &amp; y;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mtClean="0"/>
              <a:t>endmodule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2-input NAND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mtClean="0"/>
              <a:t>module nand (x, y, out);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mtClean="0"/>
              <a:t>input x;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mtClean="0"/>
              <a:t>input y;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mtClean="0"/>
              <a:t>output out; wire out;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mtClean="0"/>
              <a:t>	assign out = ~(x &amp; y);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mtClean="0"/>
              <a:t>endmodule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fld id="{FCD3D47F-F329-4ECB-B32A-E268986C638C}" type="slidenum">
              <a:rPr lang="en-US" altLang="en-US" sz="1400">
                <a:solidFill>
                  <a:schemeClr val="tx1"/>
                </a:solidFill>
                <a:latin typeface="Verdana" panose="020B0604030504040204" pitchFamily="34" charset="0"/>
              </a:rPr>
              <a:pPr/>
              <a:t>12</a:t>
            </a:fld>
            <a:endParaRPr lang="en-US" altLang="en-US" sz="1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03188"/>
            <a:ext cx="9144000" cy="73501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 smtClean="0">
                <a:solidFill>
                  <a:srgbClr val="0070C0"/>
                </a:solidFill>
              </a:rPr>
              <a:t>Combinational logic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686800" cy="5943600"/>
          </a:xfrm>
        </p:spPr>
        <p:txBody>
          <a:bodyPr/>
          <a:lstStyle/>
          <a:p>
            <a:pPr eaLnBrk="1" hangingPunct="1"/>
            <a:r>
              <a:rPr lang="en-US" altLang="en-US" smtClean="0"/>
              <a:t>A more realistic simulation of CMOS AND (structural simulation)</a:t>
            </a:r>
          </a:p>
          <a:p>
            <a:pPr lvl="1" eaLnBrk="1" hangingPunct="1">
              <a:buFontTx/>
              <a:buNone/>
            </a:pPr>
            <a:r>
              <a:rPr lang="en-US" altLang="en-US" smtClean="0"/>
              <a:t>module and (x, y, out);</a:t>
            </a:r>
          </a:p>
          <a:p>
            <a:pPr lvl="1" eaLnBrk="1" hangingPunct="1">
              <a:buFontTx/>
              <a:buNone/>
            </a:pPr>
            <a:r>
              <a:rPr lang="en-US" altLang="en-US" smtClean="0"/>
              <a:t>input x;</a:t>
            </a:r>
          </a:p>
          <a:p>
            <a:pPr lvl="1" eaLnBrk="1" hangingPunct="1">
              <a:buFontTx/>
              <a:buNone/>
            </a:pPr>
            <a:r>
              <a:rPr lang="en-US" altLang="en-US" smtClean="0"/>
              <a:t>input y;</a:t>
            </a:r>
          </a:p>
          <a:p>
            <a:pPr lvl="1" eaLnBrk="1" hangingPunct="1">
              <a:buFontTx/>
              <a:buNone/>
            </a:pPr>
            <a:r>
              <a:rPr lang="en-US" altLang="en-US" smtClean="0"/>
              <a:t>output out; wire out;</a:t>
            </a:r>
          </a:p>
          <a:p>
            <a:pPr lvl="1" eaLnBrk="1" hangingPunct="1">
              <a:buFontTx/>
              <a:buNone/>
            </a:pPr>
            <a:r>
              <a:rPr lang="en-US" altLang="en-US" smtClean="0"/>
              <a:t>wire a;</a:t>
            </a:r>
          </a:p>
          <a:p>
            <a:pPr lvl="1" eaLnBrk="1" hangingPunct="1">
              <a:buFontTx/>
              <a:buNone/>
            </a:pPr>
            <a:r>
              <a:rPr lang="en-US" altLang="en-US" smtClean="0"/>
              <a:t>	nand my_nand (.x(x), .y(y), .out(a));</a:t>
            </a:r>
          </a:p>
          <a:p>
            <a:pPr lvl="1" eaLnBrk="1" hangingPunct="1">
              <a:buFontTx/>
              <a:buNone/>
            </a:pPr>
            <a:r>
              <a:rPr lang="en-US" altLang="en-US" smtClean="0"/>
              <a:t>	assign out = ~a;</a:t>
            </a:r>
          </a:p>
          <a:p>
            <a:pPr lvl="1" eaLnBrk="1" hangingPunct="1">
              <a:buFontTx/>
              <a:buNone/>
            </a:pPr>
            <a:r>
              <a:rPr lang="en-US" altLang="en-US" smtClean="0"/>
              <a:t>endmodule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fld id="{4D93990D-BF9B-4DD4-8A56-01EC1E8CFCA9}" type="slidenum">
              <a:rPr lang="en-US" altLang="en-US" sz="1400">
                <a:solidFill>
                  <a:schemeClr val="tx1"/>
                </a:solidFill>
                <a:latin typeface="Verdana" panose="020B0604030504040204" pitchFamily="34" charset="0"/>
              </a:rPr>
              <a:pPr/>
              <a:t>13</a:t>
            </a:fld>
            <a:endParaRPr lang="en-US" altLang="en-US" sz="1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03188"/>
            <a:ext cx="9144000" cy="73501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 smtClean="0">
                <a:solidFill>
                  <a:srgbClr val="0070C0"/>
                </a:solidFill>
              </a:rPr>
              <a:t>Combinational logic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762000"/>
            <a:ext cx="8686800" cy="5943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/>
              <a:t>3-input OR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mtClean="0"/>
              <a:t>module OR3 (a, b, c, z);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mtClean="0"/>
              <a:t>input a;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mtClean="0"/>
              <a:t>input b;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mtClean="0"/>
              <a:t>input c;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mtClean="0"/>
              <a:t>output z; wire z;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mtClean="0"/>
              <a:t>	assign z = a | b | c;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mtClean="0"/>
              <a:t>endmodule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3-input NOR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mtClean="0"/>
              <a:t>module NOR3 (a, b, c, z);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mtClean="0"/>
              <a:t>input a; input b; input c; output z; wire z; wire w;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mtClean="0"/>
              <a:t>	OR3 level_one_or (.a(a), .b(b), .c(c), .z(w));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mtClean="0"/>
              <a:t>	assign z = ~w;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mtClean="0"/>
              <a:t>endmodule 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fld id="{2B1F265E-F1A7-4249-8628-AE3011ECDCEA}" type="slidenum">
              <a:rPr lang="en-US" altLang="en-US" sz="1400">
                <a:solidFill>
                  <a:schemeClr val="tx1"/>
                </a:solidFill>
                <a:latin typeface="Verdana" panose="020B0604030504040204" pitchFamily="34" charset="0"/>
              </a:rPr>
              <a:pPr/>
              <a:t>14</a:t>
            </a:fld>
            <a:endParaRPr lang="en-US" altLang="en-US" sz="1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21709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03188"/>
            <a:ext cx="9144000" cy="73501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 smtClean="0">
                <a:solidFill>
                  <a:srgbClr val="0070C0"/>
                </a:solidFill>
              </a:rPr>
              <a:t>Busses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38200"/>
            <a:ext cx="8686800" cy="6019800"/>
          </a:xfrm>
        </p:spPr>
        <p:txBody>
          <a:bodyPr/>
          <a:lstStyle/>
          <a:p>
            <a:pPr eaLnBrk="1" hangingPunct="1"/>
            <a:r>
              <a:rPr lang="en-US" altLang="en-US" smtClean="0"/>
              <a:t>Handles multiple bits in parallel</a:t>
            </a:r>
          </a:p>
          <a:p>
            <a:pPr lvl="1" eaLnBrk="1" hangingPunct="1"/>
            <a:r>
              <a:rPr lang="en-US" altLang="en-US" smtClean="0"/>
              <a:t>8 2-input ANDs (this is not 8-input AND)</a:t>
            </a:r>
          </a:p>
          <a:p>
            <a:pPr lvl="1" eaLnBrk="1" hangingPunct="1">
              <a:buFontTx/>
              <a:buNone/>
            </a:pPr>
            <a:r>
              <a:rPr lang="en-US" altLang="en-US" smtClean="0"/>
              <a:t>module AND8 (x, y, z);</a:t>
            </a:r>
          </a:p>
          <a:p>
            <a:pPr lvl="1" eaLnBrk="1" hangingPunct="1">
              <a:buFontTx/>
              <a:buNone/>
            </a:pPr>
            <a:r>
              <a:rPr lang="en-US" altLang="en-US" smtClean="0"/>
              <a:t>input [7:0] x;</a:t>
            </a:r>
          </a:p>
          <a:p>
            <a:pPr lvl="1" eaLnBrk="1" hangingPunct="1">
              <a:buFontTx/>
              <a:buNone/>
            </a:pPr>
            <a:r>
              <a:rPr lang="en-US" altLang="en-US" smtClean="0"/>
              <a:t>input [7:0] y;</a:t>
            </a:r>
          </a:p>
          <a:p>
            <a:pPr lvl="1" eaLnBrk="1" hangingPunct="1">
              <a:buFontTx/>
              <a:buNone/>
            </a:pPr>
            <a:r>
              <a:rPr lang="en-US" altLang="en-US" smtClean="0"/>
              <a:t>output [7:0] z; wire [7:0] z;</a:t>
            </a:r>
          </a:p>
          <a:p>
            <a:pPr lvl="1" eaLnBrk="1" hangingPunct="1">
              <a:buFontTx/>
              <a:buNone/>
            </a:pPr>
            <a:r>
              <a:rPr lang="en-US" altLang="en-US" smtClean="0"/>
              <a:t>	assign z = x &amp; y;</a:t>
            </a:r>
          </a:p>
          <a:p>
            <a:pPr lvl="1" eaLnBrk="1" hangingPunct="1">
              <a:buFontTx/>
              <a:buNone/>
            </a:pPr>
            <a:r>
              <a:rPr lang="en-US" altLang="en-US" smtClean="0"/>
              <a:t>endmodule</a:t>
            </a:r>
          </a:p>
          <a:p>
            <a:pPr eaLnBrk="1" hangingPunct="1"/>
            <a:r>
              <a:rPr lang="en-US" altLang="en-US" smtClean="0"/>
              <a:t>In programming language terms it is an array of signals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fld id="{E1E2D50D-DD37-4BE6-97E5-9166D2EC60DE}" type="slidenum">
              <a:rPr lang="en-US" altLang="en-US" sz="1400">
                <a:solidFill>
                  <a:schemeClr val="tx1"/>
                </a:solidFill>
                <a:latin typeface="Verdana" panose="020B0604030504040204" pitchFamily="34" charset="0"/>
              </a:rPr>
              <a:pPr/>
              <a:t>15</a:t>
            </a:fld>
            <a:endParaRPr lang="en-US" altLang="en-US" sz="1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21811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03188"/>
            <a:ext cx="9144000" cy="65881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 smtClean="0">
                <a:solidFill>
                  <a:srgbClr val="0070C0"/>
                </a:solidFill>
              </a:rPr>
              <a:t>Sequential logic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609600"/>
            <a:ext cx="8686800" cy="5867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/>
              <a:t>How does a D flip-flop work?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mtClean="0"/>
              <a:t>module DFF (d, q, clk);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mtClean="0"/>
              <a:t>input d;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mtClean="0"/>
              <a:t>input clk;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mtClean="0"/>
              <a:t>output q;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mtClean="0"/>
              <a:t>reg q;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mtClean="0"/>
              <a:t>	always @(posedge clk) begin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mtClean="0"/>
              <a:t>		q &lt;= #2 d;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mtClean="0"/>
              <a:t>	end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mtClean="0"/>
              <a:t>endmodule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Did we make any assumption regarding clock period here?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Can put multiple </a:t>
            </a:r>
            <a:r>
              <a:rPr lang="en-US" altLang="en-US" i="1" smtClean="0"/>
              <a:t>non-blocking</a:t>
            </a:r>
            <a:r>
              <a:rPr lang="en-US" altLang="en-US" smtClean="0"/>
              <a:t> assignments in the same always block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fld id="{B8D0084C-959F-49E0-A1C5-A1304174F900}" type="slidenum">
              <a:rPr lang="en-US" altLang="en-US" sz="1400">
                <a:solidFill>
                  <a:schemeClr val="tx1"/>
                </a:solidFill>
                <a:latin typeface="Verdana" panose="020B0604030504040204" pitchFamily="34" charset="0"/>
              </a:rPr>
              <a:pPr/>
              <a:t>16</a:t>
            </a:fld>
            <a:endParaRPr lang="en-US" altLang="en-US" sz="1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2191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03188"/>
            <a:ext cx="9144000" cy="73501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 smtClean="0">
                <a:solidFill>
                  <a:srgbClr val="0070C0"/>
                </a:solidFill>
              </a:rPr>
              <a:t>Sequential logic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686800" cy="5867400"/>
          </a:xfrm>
        </p:spPr>
        <p:txBody>
          <a:bodyPr/>
          <a:lstStyle/>
          <a:p>
            <a:pPr eaLnBrk="1" hangingPunct="1"/>
            <a:r>
              <a:rPr lang="en-US" altLang="en-US" smtClean="0"/>
              <a:t>Always use non-blocking assignment &lt;=</a:t>
            </a:r>
          </a:p>
          <a:p>
            <a:pPr eaLnBrk="1" hangingPunct="1"/>
            <a:r>
              <a:rPr lang="en-US" altLang="en-US" smtClean="0"/>
              <a:t>Always use a delay before RHS (avoid race-through and anyway that’s how things work)</a:t>
            </a:r>
          </a:p>
          <a:p>
            <a:pPr eaLnBrk="1" hangingPunct="1"/>
            <a:r>
              <a:rPr lang="en-US" altLang="en-US" smtClean="0"/>
              <a:t>LHS must be a reg</a:t>
            </a:r>
          </a:p>
          <a:p>
            <a:pPr eaLnBrk="1" hangingPunct="1"/>
            <a:r>
              <a:rPr lang="en-US" altLang="en-US" smtClean="0"/>
              <a:t>Hoist as much combinational logic as possible outside always blocks</a:t>
            </a:r>
          </a:p>
          <a:p>
            <a:pPr eaLnBrk="1" hangingPunct="1"/>
            <a:r>
              <a:rPr lang="en-US" altLang="en-US" smtClean="0"/>
              <a:t>Can use negedge also if that is the intended behavior</a:t>
            </a:r>
          </a:p>
          <a:p>
            <a:pPr eaLnBrk="1" hangingPunct="1"/>
            <a:r>
              <a:rPr lang="en-US" altLang="en-US" smtClean="0"/>
              <a:t>What’s wrong with the following?</a:t>
            </a:r>
          </a:p>
          <a:p>
            <a:pPr lvl="1" eaLnBrk="1" hangingPunct="1">
              <a:buFontTx/>
              <a:buNone/>
            </a:pPr>
            <a:r>
              <a:rPr lang="en-US" altLang="en-US" smtClean="0"/>
              <a:t>#2 q &lt;= d;</a:t>
            </a:r>
          </a:p>
          <a:p>
            <a:pPr eaLnBrk="1" hangingPunct="1"/>
            <a:r>
              <a:rPr lang="en-US" altLang="en-US" smtClean="0"/>
              <a:t>Combinational always blocks are also possible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fld id="{6B9FEDEC-A4C6-4EAF-8913-4E3A0ED19FD3}" type="slidenum">
              <a:rPr lang="en-US" altLang="en-US" sz="1400">
                <a:solidFill>
                  <a:schemeClr val="tx1"/>
                </a:solidFill>
                <a:latin typeface="Verdana" panose="020B0604030504040204" pitchFamily="34" charset="0"/>
              </a:rPr>
              <a:pPr/>
              <a:t>17</a:t>
            </a:fld>
            <a:endParaRPr lang="en-US" altLang="en-US" sz="1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22016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03188"/>
            <a:ext cx="9144000" cy="73501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 smtClean="0">
                <a:solidFill>
                  <a:srgbClr val="0070C0"/>
                </a:solidFill>
              </a:rPr>
              <a:t>Control flow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685800"/>
            <a:ext cx="8686800" cy="6172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 smtClean="0"/>
              <a:t>What is control flow in hardware?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 smtClean="0"/>
              <a:t>Simple example is multiplexer (if-else)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 smtClean="0"/>
              <a:t>Use if-else inside always </a:t>
            </a:r>
            <a:r>
              <a:rPr lang="en-US" altLang="en-US" sz="2000" dirty="0" smtClean="0"/>
              <a:t>blocks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/>
              <a:t>if-else cannot be used outside always or initial </a:t>
            </a:r>
            <a:r>
              <a:rPr lang="en-US" altLang="en-US" sz="2000" dirty="0" smtClean="0"/>
              <a:t>blocks</a:t>
            </a:r>
            <a:endParaRPr lang="en-US" altLang="en-US" sz="2000" dirty="0" smtClean="0"/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 smtClean="0"/>
              <a:t>Example: DFF with </a:t>
            </a:r>
            <a:r>
              <a:rPr lang="en-US" altLang="en-US" sz="2000" dirty="0" smtClean="0"/>
              <a:t>synchronous </a:t>
            </a:r>
            <a:r>
              <a:rPr lang="en-US" altLang="en-US" sz="2000" dirty="0" smtClean="0"/>
              <a:t>reset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 smtClean="0"/>
              <a:t>module </a:t>
            </a:r>
            <a:r>
              <a:rPr lang="en-US" altLang="en-US" sz="2000" dirty="0" err="1" smtClean="0"/>
              <a:t>DFF_r</a:t>
            </a:r>
            <a:r>
              <a:rPr lang="en-US" altLang="en-US" sz="2000" dirty="0" smtClean="0"/>
              <a:t> (d, q, r, </a:t>
            </a:r>
            <a:r>
              <a:rPr lang="en-US" altLang="en-US" sz="2000" dirty="0" err="1" smtClean="0"/>
              <a:t>clk</a:t>
            </a:r>
            <a:r>
              <a:rPr lang="en-US" altLang="en-US" sz="2000" dirty="0" smtClean="0"/>
              <a:t>);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 smtClean="0"/>
              <a:t>input d; input r; input </a:t>
            </a:r>
            <a:r>
              <a:rPr lang="en-US" altLang="en-US" sz="2000" dirty="0" err="1" smtClean="0"/>
              <a:t>clk</a:t>
            </a:r>
            <a:r>
              <a:rPr lang="en-US" altLang="en-US" sz="2000" dirty="0" smtClean="0"/>
              <a:t>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 smtClean="0"/>
              <a:t>output q;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 err="1" smtClean="0"/>
              <a:t>reg</a:t>
            </a:r>
            <a:r>
              <a:rPr lang="en-US" altLang="en-US" sz="2000" dirty="0" smtClean="0"/>
              <a:t> q;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 smtClean="0"/>
              <a:t>	always @(</a:t>
            </a:r>
            <a:r>
              <a:rPr lang="en-US" altLang="en-US" sz="2000" dirty="0" err="1" smtClean="0"/>
              <a:t>posedge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clk</a:t>
            </a:r>
            <a:r>
              <a:rPr lang="en-US" altLang="en-US" sz="2000" dirty="0" smtClean="0"/>
              <a:t>) begin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 smtClean="0"/>
              <a:t>		if (r==1’b1) begin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 smtClean="0"/>
              <a:t>			q &lt;= #2 1’b0;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 smtClean="0"/>
              <a:t>		end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 smtClean="0"/>
              <a:t>		else begin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 smtClean="0"/>
              <a:t>			q &lt;= #2 d;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 smtClean="0"/>
              <a:t>		end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 smtClean="0"/>
              <a:t>	end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 err="1" smtClean="0"/>
              <a:t>endmodule</a:t>
            </a:r>
            <a:r>
              <a:rPr lang="en-US" altLang="en-US" sz="2000" dirty="0" smtClean="0"/>
              <a:t> 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fld id="{6B9FEDEC-A4C6-4EAF-8913-4E3A0ED19FD3}" type="slidenum">
              <a:rPr lang="en-US" altLang="en-US" sz="1400">
                <a:solidFill>
                  <a:schemeClr val="tx1"/>
                </a:solidFill>
                <a:latin typeface="Verdana" panose="020B0604030504040204" pitchFamily="34" charset="0"/>
              </a:rPr>
              <a:pPr/>
              <a:t>18</a:t>
            </a:fld>
            <a:endParaRPr lang="en-US" altLang="en-US" sz="1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22016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03188"/>
            <a:ext cx="9144000" cy="73501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 smtClean="0">
                <a:solidFill>
                  <a:srgbClr val="0070C0"/>
                </a:solidFill>
              </a:rPr>
              <a:t>Control flow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685800"/>
            <a:ext cx="8686800" cy="6172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 smtClean="0"/>
              <a:t>What is control flow in hardware?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 smtClean="0"/>
              <a:t>Simple example is multiplexer (if-else)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 smtClean="0"/>
              <a:t>Use if-else inside always </a:t>
            </a:r>
            <a:r>
              <a:rPr lang="en-US" altLang="en-US" sz="2000" dirty="0" smtClean="0"/>
              <a:t>blocks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 smtClean="0"/>
              <a:t>if-else cannot be used outside always or initial blocks</a:t>
            </a:r>
            <a:endParaRPr lang="en-US" altLang="en-US" sz="2000" dirty="0" smtClean="0"/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 smtClean="0"/>
              <a:t>Example: DFF with </a:t>
            </a:r>
            <a:r>
              <a:rPr lang="en-US" altLang="en-US" sz="2000" dirty="0" smtClean="0"/>
              <a:t>asynchronous </a:t>
            </a:r>
            <a:r>
              <a:rPr lang="en-US" altLang="en-US" sz="2000" dirty="0" smtClean="0"/>
              <a:t>reset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 smtClean="0"/>
              <a:t>module </a:t>
            </a:r>
            <a:r>
              <a:rPr lang="en-US" altLang="en-US" sz="2000" dirty="0" err="1" smtClean="0"/>
              <a:t>DFF_r</a:t>
            </a:r>
            <a:r>
              <a:rPr lang="en-US" altLang="en-US" sz="2000" dirty="0" smtClean="0"/>
              <a:t> (d, q, r, </a:t>
            </a:r>
            <a:r>
              <a:rPr lang="en-US" altLang="en-US" sz="2000" dirty="0" err="1" smtClean="0"/>
              <a:t>clk</a:t>
            </a:r>
            <a:r>
              <a:rPr lang="en-US" altLang="en-US" sz="2000" dirty="0" smtClean="0"/>
              <a:t>);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 smtClean="0"/>
              <a:t>input d; input r; input </a:t>
            </a:r>
            <a:r>
              <a:rPr lang="en-US" altLang="en-US" sz="2000" dirty="0" err="1" smtClean="0"/>
              <a:t>clk</a:t>
            </a:r>
            <a:r>
              <a:rPr lang="en-US" altLang="en-US" sz="2000" dirty="0" smtClean="0"/>
              <a:t>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 smtClean="0"/>
              <a:t>output q;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 err="1" smtClean="0"/>
              <a:t>reg</a:t>
            </a:r>
            <a:r>
              <a:rPr lang="en-US" altLang="en-US" sz="2000" dirty="0" smtClean="0"/>
              <a:t> q;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 smtClean="0"/>
              <a:t>	always @(</a:t>
            </a:r>
            <a:r>
              <a:rPr lang="en-US" altLang="en-US" sz="2000" dirty="0" err="1" smtClean="0"/>
              <a:t>posedge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clk</a:t>
            </a:r>
            <a:r>
              <a:rPr lang="en-US" altLang="en-US" sz="2000" dirty="0" smtClean="0"/>
              <a:t> or </a:t>
            </a:r>
            <a:r>
              <a:rPr lang="en-US" altLang="en-US" sz="2000" dirty="0" err="1" smtClean="0"/>
              <a:t>posedge</a:t>
            </a:r>
            <a:r>
              <a:rPr lang="en-US" altLang="en-US" sz="2000" dirty="0" smtClean="0"/>
              <a:t> r) </a:t>
            </a:r>
            <a:r>
              <a:rPr lang="en-US" altLang="en-US" sz="2000" dirty="0" smtClean="0"/>
              <a:t>begin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 smtClean="0"/>
              <a:t>		if (r==1’b1) begin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 smtClean="0"/>
              <a:t>			q &lt;= #2 1’b0;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 smtClean="0"/>
              <a:t>		end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 smtClean="0"/>
              <a:t>		else begin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 smtClean="0"/>
              <a:t>			q &lt;= #2 d;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 smtClean="0"/>
              <a:t>		end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 smtClean="0"/>
              <a:t>	end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 err="1" smtClean="0"/>
              <a:t>endmodule</a:t>
            </a:r>
            <a:r>
              <a:rPr lang="en-US" altLang="en-US" sz="2000" dirty="0" smtClean="0"/>
              <a:t> 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3985023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fld id="{6B9FEDEC-A4C6-4EAF-8913-4E3A0ED19FD3}" type="slidenum">
              <a:rPr lang="en-US" altLang="en-US" sz="1400">
                <a:solidFill>
                  <a:schemeClr val="tx1"/>
                </a:solidFill>
                <a:latin typeface="Verdana" panose="020B0604030504040204" pitchFamily="34" charset="0"/>
              </a:rPr>
              <a:pPr/>
              <a:t>19</a:t>
            </a:fld>
            <a:endParaRPr lang="en-US" altLang="en-US" sz="1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22016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03188"/>
            <a:ext cx="9144000" cy="73501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 smtClean="0">
                <a:solidFill>
                  <a:srgbClr val="0070C0"/>
                </a:solidFill>
              </a:rPr>
              <a:t>Control flow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685800"/>
            <a:ext cx="8686800" cy="6172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 smtClean="0"/>
              <a:t>What is control flow in hardware?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 smtClean="0"/>
              <a:t>Simple example is multiplexer (if-else)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 smtClean="0"/>
              <a:t>Use if-else inside always </a:t>
            </a:r>
            <a:r>
              <a:rPr lang="en-US" altLang="en-US" sz="2000" dirty="0" smtClean="0"/>
              <a:t>blocks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/>
              <a:t>if-else cannot be used outside always or initial </a:t>
            </a:r>
            <a:r>
              <a:rPr lang="en-US" altLang="en-US" sz="2000" dirty="0" smtClean="0"/>
              <a:t>blocks</a:t>
            </a:r>
            <a:endParaRPr lang="en-US" altLang="en-US" sz="2000" dirty="0" smtClean="0"/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 smtClean="0"/>
              <a:t>Example: DFF with </a:t>
            </a:r>
            <a:r>
              <a:rPr lang="en-US" altLang="en-US" sz="2000" dirty="0" smtClean="0"/>
              <a:t>asynchronous reset (using ternary operator)</a:t>
            </a:r>
            <a:endParaRPr lang="en-US" altLang="en-US" sz="2000" dirty="0" smtClean="0"/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 smtClean="0"/>
              <a:t>module </a:t>
            </a:r>
            <a:r>
              <a:rPr lang="en-US" altLang="en-US" sz="2000" dirty="0" err="1" smtClean="0"/>
              <a:t>DFF_r</a:t>
            </a:r>
            <a:r>
              <a:rPr lang="en-US" altLang="en-US" sz="2000" dirty="0" smtClean="0"/>
              <a:t> (d, q, r, </a:t>
            </a:r>
            <a:r>
              <a:rPr lang="en-US" altLang="en-US" sz="2000" dirty="0" err="1" smtClean="0"/>
              <a:t>clk</a:t>
            </a:r>
            <a:r>
              <a:rPr lang="en-US" altLang="en-US" sz="2000" dirty="0" smtClean="0"/>
              <a:t>);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 smtClean="0"/>
              <a:t>input d; input r; input </a:t>
            </a:r>
            <a:r>
              <a:rPr lang="en-US" altLang="en-US" sz="2000" dirty="0" err="1" smtClean="0"/>
              <a:t>clk</a:t>
            </a:r>
            <a:r>
              <a:rPr lang="en-US" altLang="en-US" sz="2000" dirty="0" smtClean="0"/>
              <a:t>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 smtClean="0"/>
              <a:t>output q;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 err="1" smtClean="0"/>
              <a:t>reg</a:t>
            </a:r>
            <a:r>
              <a:rPr lang="en-US" altLang="en-US" sz="2000" dirty="0" smtClean="0"/>
              <a:t> q;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 smtClean="0"/>
              <a:t>	always @(</a:t>
            </a:r>
            <a:r>
              <a:rPr lang="en-US" altLang="en-US" sz="2000" dirty="0" err="1" smtClean="0"/>
              <a:t>posedge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clk</a:t>
            </a:r>
            <a:r>
              <a:rPr lang="en-US" altLang="en-US" sz="2000" dirty="0" smtClean="0"/>
              <a:t> or </a:t>
            </a:r>
            <a:r>
              <a:rPr lang="en-US" altLang="en-US" sz="2000" dirty="0" err="1" smtClean="0"/>
              <a:t>posedge</a:t>
            </a:r>
            <a:r>
              <a:rPr lang="en-US" altLang="en-US" sz="2000" dirty="0" smtClean="0"/>
              <a:t> r) </a:t>
            </a:r>
            <a:r>
              <a:rPr lang="en-US" altLang="en-US" sz="2000" dirty="0" smtClean="0"/>
              <a:t>begin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 smtClean="0"/>
              <a:t>		</a:t>
            </a:r>
            <a:r>
              <a:rPr lang="en-US" altLang="en-US" sz="2000" dirty="0" smtClean="0"/>
              <a:t>q </a:t>
            </a:r>
            <a:r>
              <a:rPr lang="en-US" altLang="en-US" sz="2000" dirty="0" smtClean="0"/>
              <a:t>&lt;= #2 </a:t>
            </a:r>
            <a:r>
              <a:rPr lang="en-US" altLang="en-US" sz="2000" dirty="0" smtClean="0"/>
              <a:t>(r == 1’b1) ? 1’b0 : d;</a:t>
            </a:r>
            <a:endParaRPr lang="en-US" altLang="en-US" sz="2000" dirty="0" smtClean="0"/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 smtClean="0"/>
              <a:t>	end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 err="1" smtClean="0"/>
              <a:t>endmodule</a:t>
            </a:r>
            <a:r>
              <a:rPr lang="en-US" altLang="en-US" sz="2000" dirty="0" smtClean="0"/>
              <a:t> 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4208302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fld id="{352FCC47-3456-40D3-AEB3-8E62D2267BA8}" type="slidenum">
              <a:rPr lang="en-US" altLang="en-US" sz="1400">
                <a:solidFill>
                  <a:schemeClr val="tx1"/>
                </a:solidFill>
                <a:latin typeface="Verdana" panose="020B0604030504040204" pitchFamily="34" charset="0"/>
              </a:rPr>
              <a:pPr/>
              <a:t>20</a:t>
            </a:fld>
            <a:endParaRPr lang="en-US" altLang="en-US" sz="1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03188"/>
            <a:ext cx="9144000" cy="81121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 smtClean="0">
                <a:solidFill>
                  <a:srgbClr val="0070C0"/>
                </a:solidFill>
              </a:rPr>
              <a:t>Example: JK flop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686800" cy="506571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dirty="0" smtClean="0"/>
              <a:t>/* MODULE TO SIMULATE A JK FLIP-FLOP WITH DIRECT RESET */</a:t>
            </a:r>
          </a:p>
          <a:p>
            <a:pPr eaLnBrk="1" hangingPunct="1"/>
            <a:endParaRPr lang="en-US" altLang="en-US" dirty="0" smtClean="0"/>
          </a:p>
          <a:p>
            <a:pPr eaLnBrk="1" hangingPunct="1">
              <a:buFontTx/>
              <a:buNone/>
            </a:pPr>
            <a:r>
              <a:rPr lang="en-US" altLang="en-US" dirty="0" smtClean="0"/>
              <a:t>`define TICK #2                //Flip-flop time delay 2 units</a:t>
            </a:r>
          </a:p>
          <a:p>
            <a:pPr eaLnBrk="1" hangingPunct="1">
              <a:buFontTx/>
              <a:buNone/>
            </a:pPr>
            <a:endParaRPr lang="en-US" altLang="en-US" dirty="0" smtClean="0"/>
          </a:p>
          <a:p>
            <a:pPr eaLnBrk="1" hangingPunct="1">
              <a:buFontTx/>
              <a:buNone/>
            </a:pPr>
            <a:r>
              <a:rPr lang="en-US" altLang="en-US" dirty="0" smtClean="0"/>
              <a:t>module </a:t>
            </a:r>
            <a:r>
              <a:rPr lang="en-US" altLang="en-US" dirty="0" err="1" smtClean="0"/>
              <a:t>jkflop</a:t>
            </a:r>
            <a:r>
              <a:rPr lang="en-US" altLang="en-US" dirty="0" smtClean="0"/>
              <a:t>(</a:t>
            </a:r>
            <a:r>
              <a:rPr lang="en-US" altLang="en-US" dirty="0" err="1" smtClean="0"/>
              <a:t>j,k,clk,rst,q</a:t>
            </a:r>
            <a:r>
              <a:rPr lang="en-US" altLang="en-US" dirty="0" smtClean="0"/>
              <a:t>);</a:t>
            </a:r>
          </a:p>
          <a:p>
            <a:pPr eaLnBrk="1" hangingPunct="1"/>
            <a:endParaRPr lang="en-US" altLang="en-US" dirty="0" smtClean="0"/>
          </a:p>
          <a:p>
            <a:pPr eaLnBrk="1" hangingPunct="1">
              <a:buFontTx/>
              <a:buNone/>
            </a:pPr>
            <a:r>
              <a:rPr lang="en-US" altLang="en-US" dirty="0" smtClean="0"/>
              <a:t>input </a:t>
            </a:r>
            <a:r>
              <a:rPr lang="en-US" altLang="en-US" dirty="0" err="1" smtClean="0"/>
              <a:t>j,k,clk,rst</a:t>
            </a:r>
            <a:r>
              <a:rPr lang="en-US" altLang="en-US" dirty="0" smtClean="0"/>
              <a:t>;</a:t>
            </a:r>
          </a:p>
          <a:p>
            <a:pPr eaLnBrk="1" hangingPunct="1">
              <a:buFontTx/>
              <a:buNone/>
            </a:pPr>
            <a:r>
              <a:rPr lang="en-US" altLang="en-US" dirty="0" smtClean="0"/>
              <a:t>output q;</a:t>
            </a:r>
          </a:p>
          <a:p>
            <a:pPr eaLnBrk="1" hangingPunct="1">
              <a:buFontTx/>
              <a:buNone/>
            </a:pPr>
            <a:r>
              <a:rPr lang="en-US" altLang="en-US" dirty="0" err="1" smtClean="0"/>
              <a:t>reg</a:t>
            </a:r>
            <a:r>
              <a:rPr lang="en-US" altLang="en-US" dirty="0" smtClean="0"/>
              <a:t> q;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fld id="{341DBD49-9356-407B-B9FD-803A58E1993D}" type="slidenum">
              <a:rPr lang="en-US" altLang="en-US" sz="1400">
                <a:solidFill>
                  <a:schemeClr val="tx1"/>
                </a:solidFill>
                <a:latin typeface="Verdana" panose="020B0604030504040204" pitchFamily="34" charset="0"/>
              </a:rPr>
              <a:pPr/>
              <a:t>21</a:t>
            </a:fld>
            <a:endParaRPr lang="en-US" altLang="en-US" sz="1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2365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03188"/>
            <a:ext cx="9144000" cy="73501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 smtClean="0">
                <a:solidFill>
                  <a:srgbClr val="0070C0"/>
                </a:solidFill>
              </a:rPr>
              <a:t>Example: JK flop</a:t>
            </a:r>
          </a:p>
        </p:txBody>
      </p:sp>
      <p:sp>
        <p:nvSpPr>
          <p:cNvPr id="2253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5943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 smtClean="0"/>
              <a:t>// module </a:t>
            </a:r>
            <a:r>
              <a:rPr lang="en-US" altLang="en-US" sz="2000" dirty="0" err="1" smtClean="0"/>
              <a:t>jkflop</a:t>
            </a:r>
            <a:r>
              <a:rPr lang="en-US" altLang="en-US" sz="2000" dirty="0" smtClean="0"/>
              <a:t> continues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 smtClean="0"/>
              <a:t>always @(</a:t>
            </a:r>
            <a:r>
              <a:rPr lang="en-US" altLang="en-US" sz="2000" dirty="0" err="1" smtClean="0"/>
              <a:t>posedge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clk</a:t>
            </a:r>
            <a:r>
              <a:rPr lang="en-US" altLang="en-US" sz="2000" dirty="0" smtClean="0"/>
              <a:t> or </a:t>
            </a:r>
            <a:r>
              <a:rPr lang="en-US" altLang="en-US" sz="2000" dirty="0" err="1" smtClean="0"/>
              <a:t>posedge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rst</a:t>
            </a:r>
            <a:r>
              <a:rPr lang="en-US" altLang="en-US" sz="2000" dirty="0" smtClean="0"/>
              <a:t>) begin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/>
              <a:t> </a:t>
            </a:r>
            <a:r>
              <a:rPr lang="en-US" altLang="en-US" sz="2000" dirty="0" smtClean="0"/>
              <a:t>  if (</a:t>
            </a:r>
            <a:r>
              <a:rPr lang="en-US" altLang="en-US" sz="2000" dirty="0" err="1" smtClean="0"/>
              <a:t>rst</a:t>
            </a:r>
            <a:r>
              <a:rPr lang="en-US" altLang="en-US" sz="2000" dirty="0" smtClean="0"/>
              <a:t>==1) begin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/>
              <a:t> </a:t>
            </a:r>
            <a:r>
              <a:rPr lang="en-US" altLang="en-US" sz="2000" dirty="0" smtClean="0"/>
              <a:t>     q &lt;= 0;  // The reset normall</a:t>
            </a:r>
            <a:r>
              <a:rPr lang="en-US" altLang="en-US" sz="2000" dirty="0" smtClean="0"/>
              <a:t>y has negligible delay and hence ignored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/>
              <a:t> </a:t>
            </a:r>
            <a:r>
              <a:rPr lang="en-US" altLang="en-US" sz="2000" dirty="0" smtClean="0"/>
              <a:t>  end</a:t>
            </a:r>
            <a:endParaRPr lang="en-US" altLang="en-US" sz="2000" dirty="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 smtClean="0"/>
              <a:t>   </a:t>
            </a:r>
            <a:r>
              <a:rPr lang="en-US" altLang="en-US" sz="2000" dirty="0" smtClean="0"/>
              <a:t>else if (j</a:t>
            </a:r>
            <a:r>
              <a:rPr lang="en-US" altLang="en-US" sz="2000" dirty="0" smtClean="0"/>
              <a:t>==1 &amp; k==1</a:t>
            </a:r>
            <a:r>
              <a:rPr lang="en-US" altLang="en-US" sz="2000" dirty="0" smtClean="0"/>
              <a:t>) begin</a:t>
            </a:r>
            <a:endParaRPr lang="en-US" altLang="en-US" sz="2000" dirty="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 smtClean="0"/>
              <a:t>      q &lt;=`TICK ~q;         //Toggles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 smtClean="0"/>
              <a:t>   end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 smtClean="0"/>
              <a:t>   else </a:t>
            </a:r>
            <a:r>
              <a:rPr lang="en-US" altLang="en-US" sz="2000" dirty="0" smtClean="0"/>
              <a:t>if (</a:t>
            </a:r>
            <a:r>
              <a:rPr lang="en-US" altLang="en-US" sz="2000" dirty="0" smtClean="0"/>
              <a:t>j==1 &amp; k==0</a:t>
            </a:r>
            <a:r>
              <a:rPr lang="en-US" altLang="en-US" sz="2000" dirty="0" smtClean="0"/>
              <a:t>) begin</a:t>
            </a:r>
            <a:endParaRPr lang="en-US" altLang="en-US" sz="2000" dirty="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 smtClean="0"/>
              <a:t>      q &lt;= `TICK 1;        //Set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 smtClean="0"/>
              <a:t>   end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 smtClean="0"/>
              <a:t>   else </a:t>
            </a:r>
            <a:r>
              <a:rPr lang="en-US" altLang="en-US" sz="2000" dirty="0" smtClean="0"/>
              <a:t>if (</a:t>
            </a:r>
            <a:r>
              <a:rPr lang="en-US" altLang="en-US" sz="2000" dirty="0" smtClean="0"/>
              <a:t>j==0 &amp; k==1</a:t>
            </a:r>
            <a:r>
              <a:rPr lang="en-US" altLang="en-US" sz="2000" dirty="0" smtClean="0"/>
              <a:t>) begin</a:t>
            </a:r>
            <a:endParaRPr lang="en-US" altLang="en-US" sz="2000" dirty="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 smtClean="0"/>
              <a:t>      q &lt;= `TICK 0;       //Cleared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 smtClean="0"/>
              <a:t>   end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 smtClean="0"/>
              <a:t>end</a:t>
            </a:r>
            <a:endParaRPr lang="en-US" altLang="en-US" sz="2000" dirty="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 err="1" smtClean="0"/>
              <a:t>endmodule</a:t>
            </a:r>
            <a:endParaRPr lang="en-US" altLang="en-US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fld id="{588A2BBB-DB21-468B-958A-E88DA8C58527}" type="slidenum">
              <a:rPr lang="en-US" altLang="en-US" sz="1400">
                <a:solidFill>
                  <a:schemeClr val="tx1"/>
                </a:solidFill>
                <a:latin typeface="Verdana" panose="020B0604030504040204" pitchFamily="34" charset="0"/>
              </a:rPr>
              <a:pPr/>
              <a:t>22</a:t>
            </a:fld>
            <a:endParaRPr lang="en-US" altLang="en-US" sz="1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23757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03188"/>
            <a:ext cx="9144000" cy="73501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 smtClean="0">
                <a:solidFill>
                  <a:srgbClr val="0070C0"/>
                </a:solidFill>
              </a:rPr>
              <a:t>Example: JK flop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686800" cy="59436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dirty="0" smtClean="0"/>
              <a:t>/* ENVIRONMENT FOR JK FLIP-FLOP */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dirty="0" smtClean="0"/>
              <a:t>module </a:t>
            </a:r>
            <a:r>
              <a:rPr lang="en-US" altLang="en-US" sz="2000" dirty="0" err="1" smtClean="0"/>
              <a:t>jkflop_top</a:t>
            </a:r>
            <a:r>
              <a:rPr lang="en-US" altLang="en-US" sz="2000" dirty="0" smtClean="0"/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dirty="0" err="1" smtClean="0"/>
              <a:t>reg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j,k,clk,rst</a:t>
            </a:r>
            <a:r>
              <a:rPr lang="en-US" altLang="en-US" sz="2000" dirty="0" smtClean="0"/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dirty="0" smtClean="0"/>
              <a:t>wire q;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dirty="0" err="1" smtClean="0"/>
              <a:t>jkflop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uut</a:t>
            </a:r>
            <a:r>
              <a:rPr lang="en-US" altLang="en-US" sz="2000" dirty="0" smtClean="0"/>
              <a:t>(</a:t>
            </a:r>
            <a:r>
              <a:rPr lang="en-US" altLang="en-US" sz="2000" dirty="0" err="1" smtClean="0"/>
              <a:t>j,k,clk,rst,q</a:t>
            </a:r>
            <a:r>
              <a:rPr lang="en-US" altLang="en-US" sz="2000" dirty="0" smtClean="0"/>
              <a:t>);  // Unit under test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dirty="0" smtClean="0"/>
              <a:t>//Always at rising edge of clock display the status of flip-flop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dirty="0" smtClean="0"/>
              <a:t>always @(</a:t>
            </a:r>
            <a:r>
              <a:rPr lang="en-US" altLang="en-US" sz="2000" dirty="0" err="1" smtClean="0"/>
              <a:t>posedge</a:t>
            </a:r>
            <a:r>
              <a:rPr lang="en-US" altLang="en-US" sz="2000" dirty="0" smtClean="0"/>
              <a:t> </a:t>
            </a:r>
            <a:r>
              <a:rPr lang="en-US" altLang="en-US" sz="2000" dirty="0" err="1" smtClean="0"/>
              <a:t>clk</a:t>
            </a:r>
            <a:r>
              <a:rPr lang="en-US" altLang="en-US" sz="2000" dirty="0" smtClean="0"/>
              <a:t>)begin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dirty="0" smtClean="0"/>
              <a:t>   $display(“&lt;%d&gt;: j=%</a:t>
            </a:r>
            <a:r>
              <a:rPr lang="en-US" altLang="en-US" sz="2000" dirty="0" err="1" smtClean="0"/>
              <a:t>b,k</a:t>
            </a:r>
            <a:r>
              <a:rPr lang="en-US" altLang="en-US" sz="2000" dirty="0" smtClean="0"/>
              <a:t>=%</a:t>
            </a:r>
            <a:r>
              <a:rPr lang="en-US" altLang="en-US" sz="2000" dirty="0" err="1" smtClean="0"/>
              <a:t>b,clk</a:t>
            </a:r>
            <a:r>
              <a:rPr lang="en-US" altLang="en-US" sz="2000" dirty="0" smtClean="0"/>
              <a:t>=%</a:t>
            </a:r>
            <a:r>
              <a:rPr lang="en-US" altLang="en-US" sz="2000" dirty="0" err="1" smtClean="0"/>
              <a:t>b,rst</a:t>
            </a:r>
            <a:r>
              <a:rPr lang="en-US" altLang="en-US" sz="2000" dirty="0" smtClean="0"/>
              <a:t>=%</a:t>
            </a:r>
            <a:r>
              <a:rPr lang="en-US" altLang="en-US" sz="2000" dirty="0" err="1" smtClean="0"/>
              <a:t>b,q</a:t>
            </a:r>
            <a:r>
              <a:rPr lang="en-US" altLang="en-US" sz="2000" dirty="0" smtClean="0"/>
              <a:t>=%b",$</a:t>
            </a:r>
            <a:r>
              <a:rPr lang="en-US" altLang="en-US" sz="2000" dirty="0" err="1" smtClean="0"/>
              <a:t>time,j,k,clk,rst,q</a:t>
            </a:r>
            <a:r>
              <a:rPr lang="en-US" altLang="en-US" sz="2000" dirty="0" smtClean="0"/>
              <a:t>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dirty="0" smtClean="0"/>
              <a:t>end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dirty="0" smtClean="0"/>
              <a:t>//Module to generate clock with period 10 time units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dirty="0" smtClean="0"/>
              <a:t>initial begin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dirty="0" smtClean="0"/>
              <a:t>   forever begin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dirty="0" smtClean="0"/>
              <a:t>      </a:t>
            </a:r>
            <a:r>
              <a:rPr lang="en-US" altLang="en-US" sz="2000" dirty="0" err="1" smtClean="0"/>
              <a:t>clk</a:t>
            </a:r>
            <a:r>
              <a:rPr lang="en-US" altLang="en-US" sz="2000" dirty="0" smtClean="0"/>
              <a:t>=0;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dirty="0" smtClean="0"/>
              <a:t>      #5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dirty="0" smtClean="0"/>
              <a:t>      </a:t>
            </a:r>
            <a:r>
              <a:rPr lang="en-US" altLang="en-US" sz="2000" dirty="0" err="1" smtClean="0"/>
              <a:t>clk</a:t>
            </a:r>
            <a:r>
              <a:rPr lang="en-US" altLang="en-US" sz="2000" dirty="0" smtClean="0"/>
              <a:t>=1;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dirty="0" smtClean="0"/>
              <a:t>      #5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dirty="0" smtClean="0"/>
              <a:t>      </a:t>
            </a:r>
            <a:r>
              <a:rPr lang="en-US" altLang="en-US" sz="2000" dirty="0" err="1" smtClean="0"/>
              <a:t>clk</a:t>
            </a:r>
            <a:r>
              <a:rPr lang="en-US" altLang="en-US" sz="2000" dirty="0" smtClean="0"/>
              <a:t>=0;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dirty="0" smtClean="0"/>
              <a:t>   end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000" dirty="0" smtClean="0"/>
              <a:t>end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fld id="{3E7C5C5D-CCBD-48C0-8A5D-D1F8493F56DE}" type="slidenum">
              <a:rPr lang="en-US" altLang="en-US" sz="1400">
                <a:solidFill>
                  <a:schemeClr val="tx1"/>
                </a:solidFill>
                <a:latin typeface="Verdana" panose="020B0604030504040204" pitchFamily="34" charset="0"/>
              </a:rPr>
              <a:pPr/>
              <a:t>23</a:t>
            </a:fld>
            <a:endParaRPr lang="en-US" altLang="en-US" sz="1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03188"/>
            <a:ext cx="9144000" cy="81121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 smtClean="0">
                <a:solidFill>
                  <a:srgbClr val="0070C0"/>
                </a:solidFill>
              </a:rPr>
              <a:t>Example: JK flop</a:t>
            </a:r>
          </a:p>
        </p:txBody>
      </p:sp>
      <p:sp>
        <p:nvSpPr>
          <p:cNvPr id="24580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914400"/>
            <a:ext cx="8686800" cy="5943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000" dirty="0" smtClean="0"/>
              <a:t>//Sample test values to run simulation (module </a:t>
            </a:r>
            <a:r>
              <a:rPr lang="en-US" altLang="en-US" sz="2000" dirty="0" err="1" smtClean="0"/>
              <a:t>jkflop_top</a:t>
            </a:r>
            <a:r>
              <a:rPr lang="en-US" altLang="en-US" sz="2000" dirty="0" smtClean="0"/>
              <a:t> continues)</a:t>
            </a:r>
          </a:p>
          <a:p>
            <a:pPr eaLnBrk="1" hangingPunct="1">
              <a:buFontTx/>
              <a:buNone/>
            </a:pPr>
            <a:r>
              <a:rPr lang="en-US" altLang="en-US" sz="2000" dirty="0" smtClean="0"/>
              <a:t>initial begin</a:t>
            </a:r>
          </a:p>
          <a:p>
            <a:pPr eaLnBrk="1" hangingPunct="1">
              <a:buFontTx/>
              <a:buNone/>
            </a:pPr>
            <a:r>
              <a:rPr lang="en-US" altLang="en-US" sz="2000" dirty="0" smtClean="0"/>
              <a:t>   j=0; k=0; </a:t>
            </a:r>
            <a:r>
              <a:rPr lang="en-US" altLang="en-US" sz="2000" dirty="0" err="1" smtClean="0"/>
              <a:t>rst</a:t>
            </a:r>
            <a:r>
              <a:rPr lang="en-US" altLang="en-US" sz="2000" dirty="0" smtClean="0"/>
              <a:t>=1;</a:t>
            </a:r>
          </a:p>
          <a:p>
            <a:pPr eaLnBrk="1" hangingPunct="1">
              <a:buFontTx/>
              <a:buNone/>
            </a:pPr>
            <a:r>
              <a:rPr lang="en-US" altLang="en-US" sz="2000" dirty="0" smtClean="0"/>
              <a:t>   #4</a:t>
            </a:r>
          </a:p>
          <a:p>
            <a:pPr eaLnBrk="1" hangingPunct="1">
              <a:buFontTx/>
              <a:buNone/>
            </a:pPr>
            <a:r>
              <a:rPr lang="en-US" altLang="en-US" sz="2000" dirty="0" smtClean="0"/>
              <a:t>   j=1; k=1; </a:t>
            </a:r>
            <a:r>
              <a:rPr lang="en-US" altLang="en-US" sz="2000" dirty="0" err="1" smtClean="0"/>
              <a:t>rst</a:t>
            </a:r>
            <a:r>
              <a:rPr lang="en-US" altLang="en-US" sz="2000" dirty="0" smtClean="0"/>
              <a:t>=0;</a:t>
            </a:r>
          </a:p>
          <a:p>
            <a:pPr eaLnBrk="1" hangingPunct="1">
              <a:buFontTx/>
              <a:buNone/>
            </a:pPr>
            <a:r>
              <a:rPr lang="en-US" altLang="en-US" sz="2000" dirty="0" smtClean="0"/>
              <a:t>   #50</a:t>
            </a:r>
          </a:p>
          <a:p>
            <a:pPr eaLnBrk="1" hangingPunct="1">
              <a:buFontTx/>
              <a:buNone/>
            </a:pPr>
            <a:r>
              <a:rPr lang="en-US" altLang="en-US" sz="2000" dirty="0" smtClean="0"/>
              <a:t>   j=0; k=1; </a:t>
            </a:r>
            <a:r>
              <a:rPr lang="en-US" altLang="en-US" sz="2000" dirty="0" err="1" smtClean="0"/>
              <a:t>rst</a:t>
            </a:r>
            <a:r>
              <a:rPr lang="en-US" altLang="en-US" sz="2000" dirty="0" smtClean="0"/>
              <a:t>=0;</a:t>
            </a:r>
          </a:p>
          <a:p>
            <a:pPr eaLnBrk="1" hangingPunct="1">
              <a:buFontTx/>
              <a:buNone/>
            </a:pPr>
            <a:r>
              <a:rPr lang="en-US" altLang="en-US" sz="2000" dirty="0" smtClean="0"/>
              <a:t>   #20</a:t>
            </a:r>
          </a:p>
          <a:p>
            <a:pPr eaLnBrk="1" hangingPunct="1">
              <a:buFontTx/>
              <a:buNone/>
            </a:pPr>
            <a:r>
              <a:rPr lang="en-US" altLang="en-US" sz="2000" dirty="0" smtClean="0"/>
              <a:t>   j=1; k=1; </a:t>
            </a:r>
            <a:r>
              <a:rPr lang="en-US" altLang="en-US" sz="2000" dirty="0" err="1" smtClean="0"/>
              <a:t>rst</a:t>
            </a:r>
            <a:r>
              <a:rPr lang="en-US" altLang="en-US" sz="2000" dirty="0" smtClean="0"/>
              <a:t>=0;</a:t>
            </a:r>
          </a:p>
          <a:p>
            <a:pPr eaLnBrk="1" hangingPunct="1">
              <a:buFontTx/>
              <a:buNone/>
            </a:pPr>
            <a:r>
              <a:rPr lang="en-US" altLang="en-US" sz="2000" dirty="0" smtClean="0"/>
              <a:t>end</a:t>
            </a:r>
          </a:p>
          <a:p>
            <a:pPr eaLnBrk="1" hangingPunct="1">
              <a:buFontTx/>
              <a:buNone/>
            </a:pPr>
            <a:r>
              <a:rPr lang="en-US" altLang="en-US" sz="2000" dirty="0" smtClean="0"/>
              <a:t>//Carry out simulation for 100 units of time</a:t>
            </a:r>
          </a:p>
          <a:p>
            <a:pPr eaLnBrk="1" hangingPunct="1">
              <a:buFontTx/>
              <a:buNone/>
            </a:pPr>
            <a:r>
              <a:rPr lang="en-US" altLang="en-US" sz="2000" dirty="0" smtClean="0"/>
              <a:t>initial begin</a:t>
            </a:r>
          </a:p>
          <a:p>
            <a:pPr eaLnBrk="1" hangingPunct="1">
              <a:buFontTx/>
              <a:buNone/>
            </a:pPr>
            <a:r>
              <a:rPr lang="en-US" altLang="en-US" sz="2000" dirty="0" smtClean="0"/>
              <a:t>   #100</a:t>
            </a:r>
          </a:p>
          <a:p>
            <a:pPr eaLnBrk="1" hangingPunct="1">
              <a:buFontTx/>
              <a:buNone/>
            </a:pPr>
            <a:r>
              <a:rPr lang="en-US" altLang="en-US" sz="2000" dirty="0" smtClean="0"/>
              <a:t>   $finish;</a:t>
            </a:r>
          </a:p>
          <a:p>
            <a:pPr eaLnBrk="1" hangingPunct="1">
              <a:buFontTx/>
              <a:buNone/>
            </a:pPr>
            <a:r>
              <a:rPr lang="en-US" altLang="en-US" sz="2000" dirty="0" smtClean="0"/>
              <a:t>end</a:t>
            </a:r>
          </a:p>
          <a:p>
            <a:pPr eaLnBrk="1" hangingPunct="1">
              <a:buFontTx/>
              <a:buNone/>
            </a:pPr>
            <a:r>
              <a:rPr lang="en-US" altLang="en-US" sz="2000" dirty="0" err="1" smtClean="0"/>
              <a:t>endmodule</a:t>
            </a:r>
            <a:endParaRPr lang="en-US" altLang="en-US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fld id="{3AEDC5A9-B55D-4CE3-9B9F-7FCA354E22BA}" type="slidenum">
              <a:rPr lang="en-US" altLang="en-US" sz="1400">
                <a:solidFill>
                  <a:schemeClr val="tx1"/>
                </a:solidFill>
                <a:latin typeface="Verdana" panose="020B0604030504040204" pitchFamily="34" charset="0"/>
              </a:rPr>
              <a:pPr/>
              <a:t>24</a:t>
            </a:fld>
            <a:endParaRPr lang="en-US" altLang="en-US" sz="1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24064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03188"/>
            <a:ext cx="9144000" cy="73501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 smtClean="0">
                <a:solidFill>
                  <a:srgbClr val="0070C0"/>
                </a:solidFill>
              </a:rPr>
              <a:t>JK flop output</a:t>
            </a:r>
          </a:p>
        </p:txBody>
      </p:sp>
      <p:sp>
        <p:nvSpPr>
          <p:cNvPr id="240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686800" cy="58674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FontTx/>
              <a:buNone/>
              <a:defRPr/>
            </a:pPr>
            <a:endParaRPr lang="en-US" altLang="en-US" sz="2000" dirty="0" smtClean="0"/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000" dirty="0"/>
              <a:t>&lt; 5</a:t>
            </a:r>
            <a:r>
              <a:rPr lang="en-US" sz="2000" dirty="0" smtClean="0"/>
              <a:t>&gt;: </a:t>
            </a:r>
            <a:r>
              <a:rPr lang="en-US" altLang="en-US" sz="2000" dirty="0" smtClean="0"/>
              <a:t>j=1,k=1,clk=1,rst=0,q=0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000" dirty="0"/>
              <a:t>&lt; 15</a:t>
            </a:r>
            <a:r>
              <a:rPr lang="en-US" sz="2000" dirty="0" smtClean="0"/>
              <a:t>&gt;: </a:t>
            </a:r>
            <a:r>
              <a:rPr lang="en-US" altLang="en-US" sz="2000" dirty="0" smtClean="0"/>
              <a:t>j=1,k=1,clk=1,rst=0,q=1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000" dirty="0"/>
              <a:t>&lt; 25</a:t>
            </a:r>
            <a:r>
              <a:rPr lang="en-US" sz="2000" dirty="0" smtClean="0"/>
              <a:t>&gt;: </a:t>
            </a:r>
            <a:r>
              <a:rPr lang="en-US" altLang="en-US" sz="2000" dirty="0" smtClean="0"/>
              <a:t>j=1,k=1,clk=1,rst=0,q=0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000" dirty="0"/>
              <a:t>&lt; 35</a:t>
            </a:r>
            <a:r>
              <a:rPr lang="en-US" sz="2000" dirty="0" smtClean="0"/>
              <a:t>&gt;: </a:t>
            </a:r>
            <a:r>
              <a:rPr lang="en-US" altLang="en-US" sz="2000" dirty="0" smtClean="0"/>
              <a:t>j=1,k=1,clk=1,rst=0,q=1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000" dirty="0"/>
              <a:t>&lt; 45&gt;: </a:t>
            </a:r>
            <a:r>
              <a:rPr lang="en-US" altLang="en-US" sz="2000" dirty="0" smtClean="0"/>
              <a:t>j=1,k=1,clk=1,rst=0,q=0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000" dirty="0"/>
              <a:t>&lt; 55</a:t>
            </a:r>
            <a:r>
              <a:rPr lang="en-US" sz="2000" dirty="0" smtClean="0"/>
              <a:t>&gt;: </a:t>
            </a:r>
            <a:r>
              <a:rPr lang="en-US" altLang="en-US" sz="2000" dirty="0" smtClean="0"/>
              <a:t>j=0,k=1,clk=1,rst=0,q=1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000" dirty="0"/>
              <a:t>&lt; 65</a:t>
            </a:r>
            <a:r>
              <a:rPr lang="en-US" sz="2000" dirty="0" smtClean="0"/>
              <a:t>&gt;: </a:t>
            </a:r>
            <a:r>
              <a:rPr lang="en-US" altLang="en-US" sz="2000" dirty="0" smtClean="0"/>
              <a:t>j=0,k=1,clk=1,rst=0,q=0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000" dirty="0"/>
              <a:t>&lt; 75</a:t>
            </a:r>
            <a:r>
              <a:rPr lang="en-US" sz="2000" dirty="0" smtClean="0"/>
              <a:t>&gt;: </a:t>
            </a:r>
            <a:r>
              <a:rPr lang="en-US" altLang="en-US" sz="2000" dirty="0" smtClean="0"/>
              <a:t>j=1,k=1,clk=1,rst=0,q=0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000" dirty="0"/>
              <a:t>&lt; 85</a:t>
            </a:r>
            <a:r>
              <a:rPr lang="en-US" sz="2000" dirty="0" smtClean="0"/>
              <a:t>&gt;: </a:t>
            </a:r>
            <a:r>
              <a:rPr lang="en-US" altLang="en-US" sz="2000" dirty="0" smtClean="0"/>
              <a:t>j=1,k=1,clk=1,rst=0,q=1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000" dirty="0"/>
              <a:t>&lt; 95&gt;: </a:t>
            </a:r>
            <a:r>
              <a:rPr lang="en-US" altLang="en-US" sz="2000" dirty="0" smtClean="0"/>
              <a:t>j=1,k=1,clk=1,rst=0,q=0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  <a:defRPr/>
            </a:pPr>
            <a:endParaRPr lang="en-US" altLang="en-US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fld id="{FCBBE599-E0A2-4F42-8286-A3F47AAE8353}" type="slidenum">
              <a:rPr lang="en-US" altLang="en-US" sz="1400">
                <a:solidFill>
                  <a:schemeClr val="tx1"/>
                </a:solidFill>
                <a:latin typeface="Verdana" panose="020B0604030504040204" pitchFamily="34" charset="0"/>
              </a:rPr>
              <a:pPr/>
              <a:t>25</a:t>
            </a:fld>
            <a:endParaRPr lang="en-US" altLang="en-US" sz="1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2211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03188"/>
            <a:ext cx="9144000" cy="73501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 smtClean="0">
                <a:solidFill>
                  <a:srgbClr val="0070C0"/>
                </a:solidFill>
              </a:rPr>
              <a:t>Combinational always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762000"/>
            <a:ext cx="8686800" cy="60960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All read signals must appear in sensitivity list</a:t>
            </a:r>
          </a:p>
          <a:p>
            <a:pPr eaLnBrk="1" hangingPunct="1"/>
            <a:r>
              <a:rPr lang="en-US" altLang="en-US" dirty="0" smtClean="0"/>
              <a:t>Same set of LHS on all paths</a:t>
            </a:r>
          </a:p>
          <a:p>
            <a:pPr eaLnBrk="1" hangingPunct="1"/>
            <a:r>
              <a:rPr lang="en-US" altLang="en-US" dirty="0" smtClean="0"/>
              <a:t>All cases must be covered (otherwise state-holding</a:t>
            </a:r>
            <a:r>
              <a:rPr lang="en-US" altLang="en-US" dirty="0" smtClean="0"/>
              <a:t>)</a:t>
            </a:r>
          </a:p>
          <a:p>
            <a:pPr eaLnBrk="1" hangingPunct="1"/>
            <a:r>
              <a:rPr lang="en-US" altLang="en-US" dirty="0" smtClean="0"/>
              <a:t>This is the only convenient way of writing a large multiplexer</a:t>
            </a:r>
          </a:p>
          <a:p>
            <a:pPr eaLnBrk="1" hangingPunct="1"/>
            <a:r>
              <a:rPr lang="en-US" altLang="en-US" dirty="0" smtClean="0"/>
              <a:t>An example of a non-combinational </a:t>
            </a:r>
            <a:r>
              <a:rPr lang="en-US" altLang="en-US" smtClean="0"/>
              <a:t>always block:</a:t>
            </a:r>
            <a:endParaRPr lang="en-US" altLang="en-US" dirty="0" smtClean="0"/>
          </a:p>
          <a:p>
            <a:pPr lvl="1" eaLnBrk="1" hangingPunct="1">
              <a:buFontTx/>
              <a:buNone/>
            </a:pPr>
            <a:r>
              <a:rPr lang="en-US" altLang="en-US" dirty="0" smtClean="0"/>
              <a:t>always @(</a:t>
            </a:r>
            <a:r>
              <a:rPr lang="en-US" altLang="en-US" dirty="0" err="1" smtClean="0"/>
              <a:t>sel</a:t>
            </a:r>
            <a:r>
              <a:rPr lang="en-US" altLang="en-US" dirty="0" smtClean="0"/>
              <a:t> or a) begin</a:t>
            </a:r>
          </a:p>
          <a:p>
            <a:pPr lvl="1" eaLnBrk="1" hangingPunct="1">
              <a:buFontTx/>
              <a:buNone/>
            </a:pPr>
            <a:r>
              <a:rPr lang="en-US" altLang="en-US" dirty="0" smtClean="0"/>
              <a:t>	if (</a:t>
            </a:r>
            <a:r>
              <a:rPr lang="en-US" altLang="en-US" dirty="0" err="1" smtClean="0"/>
              <a:t>sel</a:t>
            </a:r>
            <a:r>
              <a:rPr lang="en-US" altLang="en-US" dirty="0" smtClean="0"/>
              <a:t>==2’b0) begin</a:t>
            </a:r>
          </a:p>
          <a:p>
            <a:pPr lvl="1" eaLnBrk="1" hangingPunct="1">
              <a:buFontTx/>
              <a:buNone/>
            </a:pPr>
            <a:r>
              <a:rPr lang="en-US" altLang="en-US" dirty="0" smtClean="0"/>
              <a:t>		z = 1’b0;</a:t>
            </a:r>
          </a:p>
          <a:p>
            <a:pPr lvl="1" eaLnBrk="1" hangingPunct="1">
              <a:buFontTx/>
              <a:buNone/>
            </a:pPr>
            <a:r>
              <a:rPr lang="en-US" altLang="en-US" dirty="0" smtClean="0"/>
              <a:t>	end</a:t>
            </a:r>
          </a:p>
          <a:p>
            <a:pPr lvl="1" eaLnBrk="1" hangingPunct="1">
              <a:buFontTx/>
              <a:buNone/>
            </a:pPr>
            <a:r>
              <a:rPr lang="en-US" altLang="en-US" dirty="0" smtClean="0"/>
              <a:t>	else if (</a:t>
            </a:r>
            <a:r>
              <a:rPr lang="en-US" altLang="en-US" dirty="0" err="1" smtClean="0"/>
              <a:t>sel</a:t>
            </a:r>
            <a:r>
              <a:rPr lang="en-US" altLang="en-US" dirty="0" smtClean="0"/>
              <a:t>==2’b1) begin</a:t>
            </a:r>
          </a:p>
          <a:p>
            <a:pPr lvl="1" eaLnBrk="1" hangingPunct="1">
              <a:buFontTx/>
              <a:buNone/>
            </a:pPr>
            <a:r>
              <a:rPr lang="en-US" altLang="en-US" dirty="0" smtClean="0"/>
              <a:t>		z = a;</a:t>
            </a:r>
          </a:p>
          <a:p>
            <a:pPr lvl="1" eaLnBrk="1" hangingPunct="1">
              <a:buFontTx/>
              <a:buNone/>
            </a:pPr>
            <a:r>
              <a:rPr lang="en-US" altLang="en-US" dirty="0" smtClean="0"/>
              <a:t>	end</a:t>
            </a:r>
          </a:p>
          <a:p>
            <a:pPr lvl="1" eaLnBrk="1" hangingPunct="1">
              <a:buFontTx/>
              <a:buNone/>
            </a:pPr>
            <a:r>
              <a:rPr lang="en-US" altLang="en-US" dirty="0" smtClean="0"/>
              <a:t>end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fld id="{BA77DA3F-9282-4DD7-8C09-7913EF6C5B90}" type="slidenum">
              <a:rPr lang="en-US" altLang="en-US" sz="1400">
                <a:solidFill>
                  <a:schemeClr val="tx1"/>
                </a:solidFill>
                <a:latin typeface="Verdana" panose="020B0604030504040204" pitchFamily="34" charset="0"/>
              </a:rPr>
              <a:pPr/>
              <a:t>26</a:t>
            </a:fld>
            <a:endParaRPr lang="en-US" altLang="en-US" sz="1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2211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03188"/>
            <a:ext cx="9144000" cy="73501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 smtClean="0">
                <a:solidFill>
                  <a:srgbClr val="0070C0"/>
                </a:solidFill>
              </a:rPr>
              <a:t>Blocking assignments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686800" cy="59436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 smtClean="0"/>
              <a:t>Use of blocking assignment “=“ inside always block</a:t>
            </a:r>
          </a:p>
          <a:p>
            <a:pPr lvl="1" eaLnBrk="1" hangingPunct="1">
              <a:defRPr/>
            </a:pPr>
            <a:r>
              <a:rPr lang="en-US" altLang="en-US" dirty="0" smtClean="0"/>
              <a:t>Executes before the next assignment can begin</a:t>
            </a:r>
          </a:p>
          <a:p>
            <a:pPr lvl="1" eaLnBrk="1" hangingPunct="1">
              <a:defRPr/>
            </a:pPr>
            <a:r>
              <a:rPr lang="en-US" altLang="en-US" dirty="0" smtClean="0"/>
              <a:t>Unlike non-blocking assignment “&lt;=“ where all RHS signals are evaluated simultaneously</a:t>
            </a:r>
          </a:p>
          <a:p>
            <a:pPr lvl="1" eaLnBrk="1" hangingPunct="1">
              <a:defRPr/>
            </a:pPr>
            <a:r>
              <a:rPr lang="en-US" altLang="en-US" dirty="0" smtClean="0"/>
              <a:t>Example:</a:t>
            </a:r>
          </a:p>
          <a:p>
            <a:pPr marL="457200" lvl="1" indent="0" eaLnBrk="1" hangingPunct="1">
              <a:buFontTx/>
              <a:buNone/>
              <a:defRPr/>
            </a:pPr>
            <a:r>
              <a:rPr lang="en-US" altLang="en-US" dirty="0" smtClean="0"/>
              <a:t>always begin</a:t>
            </a:r>
          </a:p>
          <a:p>
            <a:pPr marL="457200" lvl="1" indent="0" eaLnBrk="1" hangingPunct="1">
              <a:buFontTx/>
              <a:buNone/>
              <a:defRPr/>
            </a:pPr>
            <a:r>
              <a:rPr lang="en-US" altLang="en-US" dirty="0"/>
              <a:t>	</a:t>
            </a:r>
            <a:r>
              <a:rPr lang="en-US" altLang="en-US" dirty="0" smtClean="0"/>
              <a:t>C = 1;</a:t>
            </a:r>
          </a:p>
          <a:p>
            <a:pPr marL="457200" lvl="1" indent="0" eaLnBrk="1" hangingPunct="1">
              <a:buFontTx/>
              <a:buNone/>
              <a:defRPr/>
            </a:pPr>
            <a:r>
              <a:rPr lang="en-US" altLang="en-US" dirty="0"/>
              <a:t>	</a:t>
            </a:r>
            <a:r>
              <a:rPr lang="en-US" altLang="en-US" dirty="0" smtClean="0"/>
              <a:t>A &lt;= C;</a:t>
            </a:r>
          </a:p>
          <a:p>
            <a:pPr marL="457200" lvl="1" indent="0" eaLnBrk="1" hangingPunct="1">
              <a:buFontTx/>
              <a:buNone/>
              <a:defRPr/>
            </a:pPr>
            <a:r>
              <a:rPr lang="en-US" altLang="en-US" dirty="0"/>
              <a:t>	</a:t>
            </a:r>
            <a:r>
              <a:rPr lang="en-US" altLang="en-US" dirty="0" smtClean="0"/>
              <a:t>B = C;</a:t>
            </a:r>
          </a:p>
          <a:p>
            <a:pPr marL="457200" lvl="1" indent="0" eaLnBrk="1" hangingPunct="1">
              <a:buFontTx/>
              <a:buNone/>
              <a:defRPr/>
            </a:pPr>
            <a:r>
              <a:rPr lang="en-US" altLang="en-US" dirty="0" smtClean="0"/>
              <a:t>end</a:t>
            </a:r>
          </a:p>
          <a:p>
            <a:pPr marL="457200" lvl="1" indent="0" eaLnBrk="1" hangingPunct="1">
              <a:buFontTx/>
              <a:buNone/>
              <a:defRPr/>
            </a:pPr>
            <a:endParaRPr lang="en-US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fld id="{D3D4A61E-AC6A-441F-9F37-7D0A7CB08DF3}" type="slidenum">
              <a:rPr lang="en-US" altLang="en-US" sz="1400">
                <a:solidFill>
                  <a:schemeClr val="tx1"/>
                </a:solidFill>
                <a:latin typeface="Verdana" panose="020B0604030504040204" pitchFamily="34" charset="0"/>
              </a:rPr>
              <a:pPr/>
              <a:t>27</a:t>
            </a:fld>
            <a:endParaRPr lang="en-US" altLang="en-US" sz="1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22221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03188"/>
            <a:ext cx="9144000" cy="73501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 smtClean="0">
                <a:solidFill>
                  <a:srgbClr val="0070C0"/>
                </a:solidFill>
              </a:rPr>
              <a:t>Case statement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686800" cy="5943600"/>
          </a:xfrm>
        </p:spPr>
        <p:txBody>
          <a:bodyPr/>
          <a:lstStyle/>
          <a:p>
            <a:pPr eaLnBrk="1" hangingPunct="1"/>
            <a:r>
              <a:rPr lang="en-US" altLang="en-US" smtClean="0"/>
              <a:t>Helps in simulating wide multiplexors</a:t>
            </a:r>
          </a:p>
          <a:p>
            <a:pPr lvl="1" eaLnBrk="1" hangingPunct="1">
              <a:buFontTx/>
              <a:buNone/>
            </a:pPr>
            <a:r>
              <a:rPr lang="en-US" altLang="en-US" smtClean="0"/>
              <a:t>always @(sel or a or b or c) begin</a:t>
            </a:r>
          </a:p>
          <a:p>
            <a:pPr lvl="1" eaLnBrk="1" hangingPunct="1">
              <a:buFontTx/>
              <a:buNone/>
            </a:pPr>
            <a:r>
              <a:rPr lang="en-US" altLang="en-US" smtClean="0"/>
              <a:t>	case (sel)</a:t>
            </a:r>
          </a:p>
          <a:p>
            <a:pPr lvl="1" eaLnBrk="1" hangingPunct="1">
              <a:buFontTx/>
              <a:buNone/>
            </a:pPr>
            <a:r>
              <a:rPr lang="en-US" altLang="en-US" smtClean="0"/>
              <a:t>		2’b00: z = a;</a:t>
            </a:r>
          </a:p>
          <a:p>
            <a:pPr lvl="1" eaLnBrk="1" hangingPunct="1">
              <a:buFontTx/>
              <a:buNone/>
            </a:pPr>
            <a:r>
              <a:rPr lang="en-US" altLang="en-US" smtClean="0"/>
              <a:t>		2’b01: z = b;</a:t>
            </a:r>
          </a:p>
          <a:p>
            <a:pPr lvl="1" eaLnBrk="1" hangingPunct="1">
              <a:buFontTx/>
              <a:buNone/>
            </a:pPr>
            <a:r>
              <a:rPr lang="en-US" altLang="en-US" smtClean="0"/>
              <a:t>		2’b10: z = c;</a:t>
            </a:r>
          </a:p>
          <a:p>
            <a:pPr lvl="1" eaLnBrk="1" hangingPunct="1">
              <a:buFontTx/>
              <a:buNone/>
            </a:pPr>
            <a:r>
              <a:rPr lang="en-US" altLang="en-US" smtClean="0"/>
              <a:t>		default: z = 1’bx;	// Note that x is a constant here</a:t>
            </a:r>
          </a:p>
          <a:p>
            <a:pPr lvl="1" eaLnBrk="1" hangingPunct="1">
              <a:buFontTx/>
              <a:buNone/>
            </a:pPr>
            <a:r>
              <a:rPr lang="en-US" altLang="en-US" smtClean="0"/>
              <a:t>					// (don’t care)</a:t>
            </a:r>
          </a:p>
          <a:p>
            <a:pPr lvl="1" eaLnBrk="1" hangingPunct="1">
              <a:buFontTx/>
              <a:buNone/>
            </a:pPr>
            <a:r>
              <a:rPr lang="en-US" altLang="en-US" smtClean="0"/>
              <a:t>	endcase</a:t>
            </a:r>
          </a:p>
          <a:p>
            <a:pPr lvl="1" eaLnBrk="1" hangingPunct="1">
              <a:buFontTx/>
              <a:buNone/>
            </a:pPr>
            <a:r>
              <a:rPr lang="en-US" altLang="en-US" smtClean="0"/>
              <a:t>end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fld id="{5BC38E3D-3120-4987-8F9D-F0839418D1B6}" type="slidenum">
              <a:rPr lang="en-US" altLang="en-US" sz="1400">
                <a:solidFill>
                  <a:schemeClr val="tx1"/>
                </a:solidFill>
                <a:latin typeface="Verdana" panose="020B0604030504040204" pitchFamily="34" charset="0"/>
              </a:rPr>
              <a:pPr/>
              <a:t>28</a:t>
            </a:fld>
            <a:endParaRPr lang="en-US" altLang="en-US" sz="1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22323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03188"/>
            <a:ext cx="9144000" cy="73501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 smtClean="0">
                <a:solidFill>
                  <a:srgbClr val="0070C0"/>
                </a:solidFill>
              </a:rPr>
              <a:t>Concatenation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686800" cy="5943600"/>
          </a:xfrm>
        </p:spPr>
        <p:txBody>
          <a:bodyPr/>
          <a:lstStyle/>
          <a:p>
            <a:pPr eaLnBrk="1" hangingPunct="1"/>
            <a:r>
              <a:rPr lang="en-US" altLang="en-US" smtClean="0"/>
              <a:t>Syntax: R{E1, E2,…, En} means R repetitions of concatenation of E1, …, En.</a:t>
            </a:r>
          </a:p>
          <a:p>
            <a:pPr lvl="1" eaLnBrk="1" hangingPunct="1">
              <a:buFontTx/>
              <a:buNone/>
            </a:pPr>
            <a:r>
              <a:rPr lang="en-US" altLang="en-US" smtClean="0"/>
              <a:t>reg [15:0] a;</a:t>
            </a:r>
          </a:p>
          <a:p>
            <a:pPr lvl="1" eaLnBrk="1" hangingPunct="1">
              <a:buFontTx/>
              <a:buNone/>
            </a:pPr>
            <a:r>
              <a:rPr lang="en-US" altLang="en-US" smtClean="0"/>
              <a:t>reg [31:0] b;</a:t>
            </a:r>
          </a:p>
          <a:p>
            <a:pPr lvl="1" eaLnBrk="1" hangingPunct="1">
              <a:buFontTx/>
              <a:buNone/>
            </a:pPr>
            <a:r>
              <a:rPr lang="en-US" altLang="en-US" smtClean="0"/>
              <a:t>wire [31:0] out;</a:t>
            </a:r>
          </a:p>
          <a:p>
            <a:pPr lvl="1" eaLnBrk="1" hangingPunct="1">
              <a:buFontTx/>
              <a:buNone/>
            </a:pPr>
            <a:r>
              <a:rPr lang="en-US" altLang="en-US" smtClean="0"/>
              <a:t>	assign out = {16{a[15]}, a} + b;</a:t>
            </a:r>
          </a:p>
          <a:p>
            <a:pPr lvl="1" eaLnBrk="1" hangingPunct="1">
              <a:buFontTx/>
              <a:buNone/>
            </a:pPr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fld id="{D99897D3-A8B4-4253-AD18-9A313CE2AD2C}" type="slidenum">
              <a:rPr lang="en-US" altLang="en-US" sz="1400">
                <a:solidFill>
                  <a:schemeClr val="tx1"/>
                </a:solidFill>
                <a:latin typeface="Verdana" panose="020B0604030504040204" pitchFamily="34" charset="0"/>
              </a:rPr>
              <a:pPr/>
              <a:t>29</a:t>
            </a:fld>
            <a:endParaRPr lang="en-US" altLang="en-US" sz="1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22425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03188"/>
            <a:ext cx="9144000" cy="73501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 smtClean="0">
                <a:solidFill>
                  <a:srgbClr val="0070C0"/>
                </a:solidFill>
              </a:rPr>
              <a:t>Register file/memory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686800" cy="5867400"/>
          </a:xfrm>
        </p:spPr>
        <p:txBody>
          <a:bodyPr/>
          <a:lstStyle/>
          <a:p>
            <a:pPr eaLnBrk="1" hangingPunct="1"/>
            <a:r>
              <a:rPr lang="en-US" altLang="en-US" smtClean="0"/>
              <a:t>Essentially a 2D array of “signals”</a:t>
            </a:r>
          </a:p>
          <a:p>
            <a:pPr lvl="1" eaLnBrk="1" hangingPunct="1">
              <a:buFontTx/>
              <a:buNone/>
            </a:pPr>
            <a:r>
              <a:rPr lang="en-US" altLang="en-US" smtClean="0"/>
              <a:t>reg [31:0] register_file [0:7];</a:t>
            </a:r>
          </a:p>
          <a:p>
            <a:pPr lvl="1" eaLnBrk="1" hangingPunct="1">
              <a:buFontTx/>
              <a:buNone/>
            </a:pPr>
            <a:r>
              <a:rPr lang="en-US" altLang="en-US" smtClean="0"/>
              <a:t>wire [31:0] rf_bus;</a:t>
            </a:r>
          </a:p>
          <a:p>
            <a:pPr lvl="1" eaLnBrk="1" hangingPunct="1">
              <a:buFontTx/>
              <a:buNone/>
            </a:pPr>
            <a:r>
              <a:rPr lang="en-US" altLang="en-US" smtClean="0"/>
              <a:t>wire r2b4;</a:t>
            </a:r>
          </a:p>
          <a:p>
            <a:pPr lvl="1" eaLnBrk="1" hangingPunct="1">
              <a:buFontTx/>
              <a:buNone/>
            </a:pPr>
            <a:r>
              <a:rPr lang="en-US" altLang="en-US" smtClean="0"/>
              <a:t>	assign rf_bus = register_file [2];</a:t>
            </a:r>
          </a:p>
          <a:p>
            <a:pPr lvl="1" eaLnBrk="1" hangingPunct="1">
              <a:buFontTx/>
              <a:buNone/>
            </a:pPr>
            <a:r>
              <a:rPr lang="en-US" altLang="en-US" smtClean="0"/>
              <a:t>	assign r2b4 = rf_bus[4];</a:t>
            </a:r>
          </a:p>
          <a:p>
            <a:pPr eaLnBrk="1" hangingPunct="1"/>
            <a:r>
              <a:rPr lang="en-US" altLang="en-US" smtClean="0"/>
              <a:t>Cannot do register_file[2][4]; (this is illegal because this is not how memory works)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fld id="{FA7A2C68-8A49-4065-AF9B-8F35B92D8F3D}" type="slidenum">
              <a:rPr lang="en-US" altLang="en-US" sz="1400">
                <a:solidFill>
                  <a:schemeClr val="tx1"/>
                </a:solidFill>
                <a:latin typeface="Verdana" panose="020B0604030504040204" pitchFamily="34" charset="0"/>
              </a:rPr>
              <a:pPr/>
              <a:t>30</a:t>
            </a:fld>
            <a:endParaRPr lang="en-US" altLang="en-US" sz="1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22528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03188"/>
            <a:ext cx="9144000" cy="73501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 err="1" smtClean="0">
                <a:solidFill>
                  <a:srgbClr val="0070C0"/>
                </a:solidFill>
              </a:rPr>
              <a:t>Tri-state</a:t>
            </a:r>
            <a:endParaRPr lang="en-US" altLang="en-US" dirty="0" smtClean="0">
              <a:solidFill>
                <a:srgbClr val="0070C0"/>
              </a:solidFill>
            </a:endParaRP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686800" cy="5943600"/>
          </a:xfrm>
        </p:spPr>
        <p:txBody>
          <a:bodyPr/>
          <a:lstStyle/>
          <a:p>
            <a:pPr eaLnBrk="1" hangingPunct="1"/>
            <a:r>
              <a:rPr lang="en-US" altLang="en-US" smtClean="0"/>
              <a:t>Use of the z state</a:t>
            </a:r>
          </a:p>
          <a:p>
            <a:pPr lvl="1" eaLnBrk="1" hangingPunct="1">
              <a:buFontTx/>
              <a:buNone/>
            </a:pPr>
            <a:r>
              <a:rPr lang="en-US" altLang="en-US" smtClean="0"/>
              <a:t>reg [31:0] mem [0:7];</a:t>
            </a:r>
          </a:p>
          <a:p>
            <a:pPr lvl="1" eaLnBrk="1" hangingPunct="1">
              <a:buFontTx/>
              <a:buNone/>
            </a:pPr>
            <a:r>
              <a:rPr lang="en-US" altLang="en-US" smtClean="0"/>
              <a:t>wire [2:0] a;</a:t>
            </a:r>
          </a:p>
          <a:p>
            <a:pPr lvl="1" eaLnBrk="1" hangingPunct="1">
              <a:buFontTx/>
              <a:buNone/>
            </a:pPr>
            <a:r>
              <a:rPr lang="en-US" altLang="en-US" smtClean="0"/>
              <a:t>wire [31:0] d;</a:t>
            </a:r>
          </a:p>
          <a:p>
            <a:pPr lvl="1" eaLnBrk="1" hangingPunct="1">
              <a:buFontTx/>
              <a:buNone/>
            </a:pPr>
            <a:r>
              <a:rPr lang="en-US" altLang="en-US" smtClean="0"/>
              <a:t>wire read_enable;</a:t>
            </a:r>
          </a:p>
          <a:p>
            <a:pPr lvl="1" eaLnBrk="1" hangingPunct="1">
              <a:buFontTx/>
              <a:buNone/>
            </a:pPr>
            <a:r>
              <a:rPr lang="en-US" altLang="en-US" smtClean="0"/>
              <a:t>	assign d = read_enable ? mem[a] : 32’bz;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fld id="{1CB741D1-6962-4601-823F-8D770F350A3F}" type="slidenum">
              <a:rPr lang="en-US" altLang="en-US" sz="1400">
                <a:solidFill>
                  <a:schemeClr val="tx1"/>
                </a:solidFill>
                <a:latin typeface="Verdana" panose="020B0604030504040204" pitchFamily="34" charset="0"/>
              </a:rPr>
              <a:pPr/>
              <a:t>31</a:t>
            </a:fld>
            <a:endParaRPr lang="en-US" altLang="en-US" sz="1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22630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03188"/>
            <a:ext cx="8991600" cy="73501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 smtClean="0">
                <a:solidFill>
                  <a:srgbClr val="0070C0"/>
                </a:solidFill>
              </a:rPr>
              <a:t>Extra hardware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686800" cy="5943600"/>
          </a:xfrm>
        </p:spPr>
        <p:txBody>
          <a:bodyPr/>
          <a:lstStyle/>
          <a:p>
            <a:pPr eaLnBrk="1" hangingPunct="1"/>
            <a:r>
              <a:rPr lang="en-US" altLang="en-US" smtClean="0"/>
              <a:t>Think while writing your program</a:t>
            </a:r>
          </a:p>
          <a:p>
            <a:pPr lvl="1" eaLnBrk="1" hangingPunct="1"/>
            <a:r>
              <a:rPr lang="en-US" altLang="en-US" smtClean="0"/>
              <a:t>You are building a hardware, not software</a:t>
            </a:r>
          </a:p>
          <a:p>
            <a:pPr lvl="1" eaLnBrk="1" hangingPunct="1">
              <a:buFontTx/>
              <a:buNone/>
            </a:pPr>
            <a:r>
              <a:rPr lang="en-US" altLang="en-US" smtClean="0"/>
              <a:t>always @(posedge clk) begin</a:t>
            </a:r>
          </a:p>
          <a:p>
            <a:pPr lvl="1" eaLnBrk="1" hangingPunct="1">
              <a:buFontTx/>
              <a:buNone/>
            </a:pPr>
            <a:r>
              <a:rPr lang="en-US" altLang="en-US" smtClean="0"/>
              <a:t>	if (x) begin</a:t>
            </a:r>
          </a:p>
          <a:p>
            <a:pPr lvl="1" eaLnBrk="1" hangingPunct="1">
              <a:buFontTx/>
              <a:buNone/>
            </a:pPr>
            <a:r>
              <a:rPr lang="en-US" altLang="en-US" smtClean="0"/>
              <a:t>		z &lt;= #2 a + b;</a:t>
            </a:r>
          </a:p>
          <a:p>
            <a:pPr lvl="1" eaLnBrk="1" hangingPunct="1">
              <a:buFontTx/>
              <a:buNone/>
            </a:pPr>
            <a:r>
              <a:rPr lang="en-US" altLang="en-US" smtClean="0"/>
              <a:t>	end</a:t>
            </a:r>
          </a:p>
          <a:p>
            <a:pPr lvl="1" eaLnBrk="1" hangingPunct="1">
              <a:buFontTx/>
              <a:buNone/>
            </a:pPr>
            <a:r>
              <a:rPr lang="en-US" altLang="en-US" smtClean="0"/>
              <a:t>	else if (y) begin</a:t>
            </a:r>
          </a:p>
          <a:p>
            <a:pPr lvl="1" eaLnBrk="1" hangingPunct="1">
              <a:buFontTx/>
              <a:buNone/>
            </a:pPr>
            <a:r>
              <a:rPr lang="en-US" altLang="en-US" smtClean="0"/>
              <a:t>		w &lt;= #2 a + b;</a:t>
            </a:r>
          </a:p>
          <a:p>
            <a:pPr lvl="1" eaLnBrk="1" hangingPunct="1">
              <a:buFontTx/>
              <a:buNone/>
            </a:pPr>
            <a:r>
              <a:rPr lang="en-US" altLang="en-US" smtClean="0"/>
              <a:t>	end</a:t>
            </a:r>
          </a:p>
          <a:p>
            <a:pPr lvl="1" eaLnBrk="1" hangingPunct="1">
              <a:buFontTx/>
              <a:buNone/>
            </a:pPr>
            <a:r>
              <a:rPr lang="en-US" altLang="en-US" smtClean="0"/>
              <a:t>	else begin</a:t>
            </a:r>
          </a:p>
          <a:p>
            <a:pPr lvl="1" eaLnBrk="1" hangingPunct="1">
              <a:buFontTx/>
              <a:buNone/>
            </a:pPr>
            <a:r>
              <a:rPr lang="en-US" altLang="en-US" smtClean="0"/>
              <a:t>		r &lt;= #2 a + b;</a:t>
            </a:r>
          </a:p>
          <a:p>
            <a:pPr lvl="1" eaLnBrk="1" hangingPunct="1">
              <a:buFontTx/>
              <a:buNone/>
            </a:pPr>
            <a:r>
              <a:rPr lang="en-US" altLang="en-US" smtClean="0"/>
              <a:t>	end</a:t>
            </a:r>
          </a:p>
          <a:p>
            <a:pPr lvl="1" eaLnBrk="1" hangingPunct="1">
              <a:buFontTx/>
              <a:buNone/>
            </a:pPr>
            <a:r>
              <a:rPr lang="en-US" altLang="en-US" smtClean="0"/>
              <a:t>end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fld id="{664EC927-1881-4CCE-8CC7-0AA4773EEAA5}" type="slidenum">
              <a:rPr lang="en-US" altLang="en-US" sz="1400">
                <a:solidFill>
                  <a:schemeClr val="tx1"/>
                </a:solidFill>
                <a:latin typeface="Verdana" panose="020B0604030504040204" pitchFamily="34" charset="0"/>
              </a:rPr>
              <a:pPr/>
              <a:t>32</a:t>
            </a:fld>
            <a:endParaRPr lang="en-US" altLang="en-US" sz="1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03188"/>
            <a:ext cx="9144000" cy="73501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 smtClean="0">
                <a:solidFill>
                  <a:srgbClr val="0070C0"/>
                </a:solidFill>
              </a:rPr>
              <a:t>Verilog is concurrent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686800" cy="5638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/>
              <a:t>The big difference with C (get used to it)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mtClean="0"/>
              <a:t>initial begin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mtClean="0"/>
              <a:t>	a = 1’b0;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mtClean="0"/>
              <a:t>	b = 1’b0;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mtClean="0"/>
              <a:t>end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en-US" smtClean="0"/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mtClean="0"/>
              <a:t>always @(posedge clk) begin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mtClean="0"/>
              <a:t>	a &lt;= #1 1’b1;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mtClean="0"/>
              <a:t>	b &lt;= #1 a;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mtClean="0"/>
              <a:t>end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en-US" smtClean="0"/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mtClean="0"/>
              <a:t>What are the waveforms of a and b? (assume clk is 10 units and 50% duty cycle)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fld id="{18E890B6-EFCA-495C-AF85-01A21B09916B}" type="slidenum">
              <a:rPr lang="en-US" altLang="en-US" sz="1400">
                <a:solidFill>
                  <a:schemeClr val="tx1"/>
                </a:solidFill>
                <a:latin typeface="Verdana" panose="020B0604030504040204" pitchFamily="34" charset="0"/>
              </a:rPr>
              <a:pPr/>
              <a:t>33</a:t>
            </a:fld>
            <a:endParaRPr lang="en-US" altLang="en-US" sz="1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2283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03188"/>
            <a:ext cx="9144000" cy="73501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 smtClean="0">
                <a:solidFill>
                  <a:srgbClr val="0070C0"/>
                </a:solidFill>
              </a:rPr>
              <a:t>Built-in functions</a:t>
            </a:r>
          </a:p>
        </p:txBody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686800" cy="5943600"/>
          </a:xfrm>
        </p:spPr>
        <p:txBody>
          <a:bodyPr/>
          <a:lstStyle/>
          <a:p>
            <a:pPr eaLnBrk="1" hangingPunct="1"/>
            <a:r>
              <a:rPr lang="en-US" altLang="en-US" smtClean="0"/>
              <a:t>Very useful for debugging</a:t>
            </a:r>
          </a:p>
          <a:p>
            <a:pPr lvl="1" eaLnBrk="1" hangingPunct="1"/>
            <a:r>
              <a:rPr lang="en-US" altLang="en-US" smtClean="0"/>
              <a:t>Can use $display to print signals (allowed inside always and initial blocks)</a:t>
            </a:r>
          </a:p>
          <a:p>
            <a:pPr lvl="1" eaLnBrk="1" hangingPunct="1"/>
            <a:r>
              <a:rPr lang="en-US" altLang="en-US" smtClean="0"/>
              <a:t>Can use $monitor to catch changes on signals (allowed inside initial blocks only)</a:t>
            </a:r>
          </a:p>
          <a:p>
            <a:pPr lvl="1" eaLnBrk="1" hangingPunct="1"/>
            <a:r>
              <a:rPr lang="en-US" altLang="en-US" smtClean="0"/>
              <a:t>$time returns verilog’s in-built clock time</a:t>
            </a:r>
          </a:p>
          <a:p>
            <a:pPr lvl="1" eaLnBrk="1" hangingPunct="1"/>
            <a:r>
              <a:rPr lang="en-US" altLang="en-US" smtClean="0"/>
              <a:t>$finish terminates simulation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fld id="{851801A8-5701-4D29-9129-C74532C83B8E}" type="slidenum">
              <a:rPr lang="en-US" altLang="en-US" sz="1400">
                <a:solidFill>
                  <a:schemeClr val="tx1"/>
                </a:solidFill>
                <a:latin typeface="Verdana" panose="020B0604030504040204" pitchFamily="34" charset="0"/>
              </a:rPr>
              <a:pPr/>
              <a:t>34</a:t>
            </a:fld>
            <a:endParaRPr lang="en-US" altLang="en-US" sz="1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22937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03188"/>
            <a:ext cx="9144000" cy="73501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 smtClean="0">
                <a:solidFill>
                  <a:srgbClr val="0070C0"/>
                </a:solidFill>
              </a:rPr>
              <a:t>Verilog preprocessor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686800" cy="5867400"/>
          </a:xfrm>
        </p:spPr>
        <p:txBody>
          <a:bodyPr/>
          <a:lstStyle/>
          <a:p>
            <a:pPr eaLnBrk="1" hangingPunct="1"/>
            <a:r>
              <a:rPr lang="en-US" altLang="en-US" smtClean="0"/>
              <a:t>Just like C, minor difference in syntax</a:t>
            </a:r>
          </a:p>
          <a:p>
            <a:pPr lvl="1" eaLnBrk="1" hangingPunct="1">
              <a:buFontTx/>
              <a:buNone/>
            </a:pPr>
            <a:r>
              <a:rPr lang="en-US" altLang="en-US" smtClean="0"/>
              <a:t>`define store_opcode 6’h4</a:t>
            </a:r>
          </a:p>
          <a:p>
            <a:pPr lvl="1" eaLnBrk="1" hangingPunct="1">
              <a:buFontTx/>
              <a:buNone/>
            </a:pPr>
            <a:r>
              <a:rPr lang="en-US" altLang="en-US" smtClean="0"/>
              <a:t>`define TICK #2</a:t>
            </a:r>
          </a:p>
          <a:p>
            <a:pPr lvl="1" eaLnBrk="1" hangingPunct="1">
              <a:buFontTx/>
              <a:buNone/>
            </a:pPr>
            <a:r>
              <a:rPr lang="en-US" altLang="en-US" smtClean="0"/>
              <a:t>`include “opcodes.h”</a:t>
            </a:r>
          </a:p>
          <a:p>
            <a:pPr lvl="1" eaLnBrk="1" hangingPunct="1">
              <a:buFontTx/>
              <a:buNone/>
            </a:pPr>
            <a:endParaRPr lang="en-US" altLang="en-US" smtClean="0"/>
          </a:p>
          <a:p>
            <a:pPr lvl="1" eaLnBrk="1" hangingPunct="1">
              <a:buFontTx/>
              <a:buNone/>
            </a:pPr>
            <a:r>
              <a:rPr lang="en-US" altLang="en-US" smtClean="0"/>
              <a:t>always @(posedge clk) begin</a:t>
            </a:r>
          </a:p>
          <a:p>
            <a:pPr lvl="1" eaLnBrk="1" hangingPunct="1">
              <a:buFontTx/>
              <a:buNone/>
            </a:pPr>
            <a:r>
              <a:rPr lang="en-US" altLang="en-US" smtClean="0"/>
              <a:t>	q &lt;= `TICK d;</a:t>
            </a:r>
          </a:p>
          <a:p>
            <a:pPr lvl="1" eaLnBrk="1" hangingPunct="1">
              <a:buFontTx/>
              <a:buNone/>
            </a:pPr>
            <a:r>
              <a:rPr lang="en-US" altLang="en-US" smtClean="0"/>
              <a:t>end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fld id="{8AF17028-E77A-4316-B2CA-D27A7F481809}" type="slidenum">
              <a:rPr lang="en-US" altLang="en-US" sz="1400">
                <a:solidFill>
                  <a:schemeClr val="tx1"/>
                </a:solidFill>
                <a:latin typeface="Verdana" panose="020B0604030504040204" pitchFamily="34" charset="0"/>
              </a:rPr>
              <a:pPr/>
              <a:t>35</a:t>
            </a:fld>
            <a:endParaRPr lang="en-US" altLang="en-US" sz="1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23040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03188"/>
            <a:ext cx="9144000" cy="81121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 smtClean="0">
                <a:solidFill>
                  <a:srgbClr val="0070C0"/>
                </a:solidFill>
              </a:rPr>
              <a:t>Register or wire?</a:t>
            </a:r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General confusion: how do I decide if a signal should be declared as a reg or a wire?</a:t>
            </a:r>
          </a:p>
          <a:p>
            <a:pPr lvl="1" eaLnBrk="1" hangingPunct="1"/>
            <a:r>
              <a:rPr lang="en-US" altLang="en-US" smtClean="0"/>
              <a:t>Forget about the programming language and think about the hardware</a:t>
            </a:r>
          </a:p>
          <a:p>
            <a:pPr lvl="1" eaLnBrk="1" hangingPunct="1"/>
            <a:r>
              <a:rPr lang="en-US" altLang="en-US" smtClean="0"/>
              <a:t>If in the hardware something turns out to be a wire, it should be declared as wire and driven every cycle (otherwise it becomes Z or X)</a:t>
            </a:r>
          </a:p>
          <a:p>
            <a:pPr lvl="1" eaLnBrk="1" hangingPunct="1"/>
            <a:r>
              <a:rPr lang="en-US" altLang="en-US" smtClean="0"/>
              <a:t>Otherwise make it reg (state holding)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fld id="{90A91D1C-19E1-484C-81A0-BEE6BDE71A1A}" type="slidenum">
              <a:rPr lang="en-US" altLang="en-US" sz="1400">
                <a:solidFill>
                  <a:schemeClr val="tx1"/>
                </a:solidFill>
                <a:latin typeface="Verdana" panose="020B0604030504040204" pitchFamily="34" charset="0"/>
              </a:rPr>
              <a:pPr/>
              <a:t>36</a:t>
            </a:fld>
            <a:endParaRPr lang="en-US" altLang="en-US" sz="1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23040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03188"/>
            <a:ext cx="9144000" cy="81121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 err="1" smtClean="0">
                <a:solidFill>
                  <a:srgbClr val="0070C0"/>
                </a:solidFill>
              </a:rPr>
              <a:t>Verilog</a:t>
            </a:r>
            <a:r>
              <a:rPr lang="en-US" altLang="en-US" dirty="0" smtClean="0">
                <a:solidFill>
                  <a:srgbClr val="0070C0"/>
                </a:solidFill>
              </a:rPr>
              <a:t> tips</a:t>
            </a:r>
          </a:p>
        </p:txBody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257800"/>
          </a:xfrm>
        </p:spPr>
        <p:txBody>
          <a:bodyPr/>
          <a:lstStyle/>
          <a:p>
            <a:pPr eaLnBrk="1" hangingPunct="1"/>
            <a:r>
              <a:rPr lang="en-US" altLang="en-US" smtClean="0"/>
              <a:t>Suppose module M has an output Q of type reg</a:t>
            </a:r>
          </a:p>
          <a:p>
            <a:pPr eaLnBrk="1" hangingPunct="1"/>
            <a:r>
              <a:rPr lang="en-US" altLang="en-US" smtClean="0"/>
              <a:t>Module M’ instantiates M and passes a reg R for Q</a:t>
            </a:r>
          </a:p>
          <a:p>
            <a:pPr eaLnBrk="1" hangingPunct="1"/>
            <a:r>
              <a:rPr lang="en-US" altLang="en-US" smtClean="0"/>
              <a:t>This is illegal</a:t>
            </a:r>
          </a:p>
          <a:p>
            <a:pPr lvl="1" eaLnBrk="1" hangingPunct="1"/>
            <a:r>
              <a:rPr lang="en-US" altLang="en-US" smtClean="0"/>
              <a:t>A very common mistake observed in beginners</a:t>
            </a:r>
          </a:p>
          <a:p>
            <a:pPr lvl="1" eaLnBrk="1" hangingPunct="1"/>
            <a:r>
              <a:rPr lang="en-US" altLang="en-US" smtClean="0"/>
              <a:t>Illegal because this instantiation implicitly connects a register to another register without specifying a clock</a:t>
            </a:r>
          </a:p>
          <a:p>
            <a:pPr eaLnBrk="1" hangingPunct="1"/>
            <a:r>
              <a:rPr lang="en-US" altLang="en-US" smtClean="0"/>
              <a:t>Can connect only a wire to a register through instantiation</a:t>
            </a:r>
          </a:p>
          <a:p>
            <a:pPr lvl="1" eaLnBrk="1" hangingPunct="1"/>
            <a:r>
              <a:rPr lang="en-US" altLang="en-US" smtClean="0"/>
              <a:t>This will make sense if you think about the hardware</a:t>
            </a:r>
          </a:p>
          <a:p>
            <a:pPr eaLnBrk="1" hangingPunct="1"/>
            <a:r>
              <a:rPr lang="en-US" altLang="en-US" smtClean="0"/>
              <a:t>Module M’ can only pass a wire for Q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fld id="{B6F22E99-A8BB-4FE6-90B7-4F55EC68FBC7}" type="slidenum">
              <a:rPr lang="en-US" altLang="en-US" sz="1400">
                <a:solidFill>
                  <a:schemeClr val="tx1"/>
                </a:solidFill>
                <a:latin typeface="Verdana" panose="020B0604030504040204" pitchFamily="34" charset="0"/>
              </a:rPr>
              <a:pPr/>
              <a:t>37</a:t>
            </a:fld>
            <a:endParaRPr lang="en-US" altLang="en-US" sz="1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23040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03188"/>
            <a:ext cx="9144000" cy="81121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 err="1" smtClean="0">
                <a:solidFill>
                  <a:srgbClr val="0070C0"/>
                </a:solidFill>
              </a:rPr>
              <a:t>Verilog</a:t>
            </a:r>
            <a:r>
              <a:rPr lang="en-US" altLang="en-US" dirty="0" smtClean="0">
                <a:solidFill>
                  <a:srgbClr val="0070C0"/>
                </a:solidFill>
              </a:rPr>
              <a:t> tips</a:t>
            </a:r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257800"/>
          </a:xfrm>
        </p:spPr>
        <p:txBody>
          <a:bodyPr/>
          <a:lstStyle/>
          <a:p>
            <a:pPr eaLnBrk="1" hangingPunct="1"/>
            <a:r>
              <a:rPr lang="en-US" altLang="en-US" smtClean="0"/>
              <a:t>If the LHS of an assignment is a reg, use non-blocking assignment i.e., &lt;=</a:t>
            </a:r>
          </a:p>
          <a:p>
            <a:pPr lvl="1" eaLnBrk="1" hangingPunct="1"/>
            <a:r>
              <a:rPr lang="en-US" altLang="en-US" smtClean="0"/>
              <a:t>This will generate flip-flops, which is what we want</a:t>
            </a:r>
          </a:p>
          <a:p>
            <a:pPr lvl="1" eaLnBrk="1" hangingPunct="1"/>
            <a:r>
              <a:rPr lang="en-US" altLang="en-US" smtClean="0"/>
              <a:t>Blocking assignment inside always block is typically used to model combinational logic only</a:t>
            </a:r>
          </a:p>
          <a:p>
            <a:pPr lvl="1" eaLnBrk="1" hangingPunct="1"/>
            <a:r>
              <a:rPr lang="en-US" altLang="en-US" smtClean="0"/>
              <a:t>Careless use of blocking assignment inside always blocks can lead to generation of latches</a:t>
            </a:r>
          </a:p>
          <a:p>
            <a:pPr lvl="1" eaLnBrk="1" hangingPunct="1"/>
            <a:r>
              <a:rPr lang="en-US" altLang="en-US" smtClean="0"/>
              <a:t>Latches are difficult to handle in terms of timing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fld id="{4803F7FD-DB05-4666-81BB-7A8712C6CAB9}" type="slidenum">
              <a:rPr lang="en-US" altLang="en-US" sz="1400">
                <a:solidFill>
                  <a:schemeClr val="tx1"/>
                </a:solidFill>
                <a:latin typeface="Verdana" panose="020B0604030504040204" pitchFamily="34" charset="0"/>
              </a:rPr>
              <a:pPr/>
              <a:t>38</a:t>
            </a:fld>
            <a:endParaRPr lang="en-US" altLang="en-US" sz="1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23040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03188"/>
            <a:ext cx="9144000" cy="81121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 err="1" smtClean="0">
                <a:solidFill>
                  <a:srgbClr val="0070C0"/>
                </a:solidFill>
              </a:rPr>
              <a:t>Verilog</a:t>
            </a:r>
            <a:r>
              <a:rPr lang="en-US" altLang="en-US" dirty="0" smtClean="0">
                <a:solidFill>
                  <a:srgbClr val="0070C0"/>
                </a:solidFill>
              </a:rPr>
              <a:t> tips</a:t>
            </a:r>
          </a:p>
        </p:txBody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257800"/>
          </a:xfrm>
        </p:spPr>
        <p:txBody>
          <a:bodyPr/>
          <a:lstStyle/>
          <a:p>
            <a:pPr eaLnBrk="1" hangingPunct="1"/>
            <a:r>
              <a:rPr lang="en-US" altLang="en-US" smtClean="0"/>
              <a:t>If there are non-blocking assignments inside an always block, make the logic edge-triggered</a:t>
            </a:r>
          </a:p>
          <a:p>
            <a:pPr lvl="1" eaLnBrk="1" hangingPunct="1"/>
            <a:r>
              <a:rPr lang="en-US" altLang="en-US" smtClean="0"/>
              <a:t>This will generate flip-flops as opposed to latches</a:t>
            </a:r>
          </a:p>
          <a:p>
            <a:pPr lvl="1" eaLnBrk="1" hangingPunct="1"/>
            <a:r>
              <a:rPr lang="en-US" altLang="en-US" smtClean="0"/>
              <a:t>Use posedge or negedge clock as the triggering signal as opposed to posedge or negedge of some other signals</a:t>
            </a:r>
          </a:p>
          <a:p>
            <a:pPr lvl="2" eaLnBrk="1" hangingPunct="1"/>
            <a:r>
              <a:rPr lang="en-US" altLang="en-US" smtClean="0"/>
              <a:t>Leads to cleaner and simpler circuits because all flip-flops can have a common clock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1pPr>
            <a:lvl2pPr marL="742950" indent="-28575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2pPr>
            <a:lvl3pPr marL="11430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3pPr>
            <a:lvl4pPr marL="16002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4pPr>
            <a:lvl5pPr marL="2057400" indent="-228600"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000000"/>
                </a:solidFill>
                <a:latin typeface="Arial Unicode MS" pitchFamily="34" charset="-128"/>
                <a:ea typeface="Arial Unicode MS" pitchFamily="34" charset="-128"/>
              </a:defRPr>
            </a:lvl9pPr>
          </a:lstStyle>
          <a:p>
            <a:fld id="{AAFB8575-D30E-4C07-940C-FB5A6076AB96}" type="slidenum">
              <a:rPr lang="en-US" altLang="en-US" sz="1400">
                <a:solidFill>
                  <a:schemeClr val="tx1"/>
                </a:solidFill>
                <a:latin typeface="Verdana" panose="020B0604030504040204" pitchFamily="34" charset="0"/>
              </a:rPr>
              <a:pPr/>
              <a:t>39</a:t>
            </a:fld>
            <a:endParaRPr lang="en-US" altLang="en-US" sz="1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23040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03188"/>
            <a:ext cx="9144000" cy="81121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 err="1" smtClean="0">
                <a:solidFill>
                  <a:srgbClr val="0070C0"/>
                </a:solidFill>
              </a:rPr>
              <a:t>Verilog</a:t>
            </a:r>
            <a:r>
              <a:rPr lang="en-US" altLang="en-US" dirty="0" smtClean="0">
                <a:solidFill>
                  <a:srgbClr val="0070C0"/>
                </a:solidFill>
              </a:rPr>
              <a:t> tips</a:t>
            </a:r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257800"/>
          </a:xfrm>
        </p:spPr>
        <p:txBody>
          <a:bodyPr/>
          <a:lstStyle/>
          <a:p>
            <a:pPr eaLnBrk="1" hangingPunct="1"/>
            <a:r>
              <a:rPr lang="en-US" altLang="en-US" smtClean="0"/>
              <a:t>Avoid always blocks as much as possible and do as much computation combinationally as possible</a:t>
            </a:r>
          </a:p>
          <a:p>
            <a:pPr lvl="1" eaLnBrk="1" hangingPunct="1"/>
            <a:r>
              <a:rPr lang="en-US" altLang="en-US" smtClean="0"/>
              <a:t>Leads to smaller compact circuits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alloons">
  <a:themeElements>
    <a:clrScheme name="Balloons 8">
      <a:dk1>
        <a:srgbClr val="006699"/>
      </a:dk1>
      <a:lt1>
        <a:srgbClr val="FFFFFF"/>
      </a:lt1>
      <a:dk2>
        <a:srgbClr val="006666"/>
      </a:dk2>
      <a:lt2>
        <a:srgbClr val="FFFFCC"/>
      </a:lt2>
      <a:accent1>
        <a:srgbClr val="EDFAD2"/>
      </a:accent1>
      <a:accent2>
        <a:srgbClr val="EBF7FF"/>
      </a:accent2>
      <a:accent3>
        <a:srgbClr val="FFFFFF"/>
      </a:accent3>
      <a:accent4>
        <a:srgbClr val="005682"/>
      </a:accent4>
      <a:accent5>
        <a:srgbClr val="F4FCE5"/>
      </a:accent5>
      <a:accent6>
        <a:srgbClr val="D5E0E7"/>
      </a:accent6>
      <a:hlink>
        <a:srgbClr val="CC99FF"/>
      </a:hlink>
      <a:folHlink>
        <a:srgbClr val="F2DFFD"/>
      </a:folHlink>
    </a:clrScheme>
    <a:fontScheme name="Balloons">
      <a:majorFont>
        <a:latin typeface="Verdana"/>
        <a:ea typeface=""/>
        <a:cs typeface="Arial"/>
      </a:majorFont>
      <a:minorFont>
        <a:latin typeface="Arial Unicode MS"/>
        <a:ea typeface="Arial Unicode MS"/>
        <a:cs typeface="Arial Unicode M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 Unicode MS" panose="020B0604020202020204" pitchFamily="34" charset="-128"/>
            <a:ea typeface="Arial Unicode MS" panose="020B0604020202020204" pitchFamily="34" charset="-128"/>
            <a:cs typeface="Arial Unicode MS" panose="020B0604020202020204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 Unicode MS" panose="020B0604020202020204" pitchFamily="34" charset="-128"/>
            <a:ea typeface="Arial Unicode MS" panose="020B0604020202020204" pitchFamily="34" charset="-128"/>
            <a:cs typeface="Arial Unicode MS" panose="020B0604020202020204" pitchFamily="34" charset="-128"/>
          </a:defRPr>
        </a:defPPr>
      </a:lstStyle>
    </a:lnDef>
  </a:objectDefaults>
  <a:extraClrSchemeLst>
    <a:extraClrScheme>
      <a:clrScheme name="Balloons 1">
        <a:dk1>
          <a:srgbClr val="9900CC"/>
        </a:dk1>
        <a:lt1>
          <a:srgbClr val="FFFFCC"/>
        </a:lt1>
        <a:dk2>
          <a:srgbClr val="000000"/>
        </a:dk2>
        <a:lt2>
          <a:srgbClr val="FFFFFF"/>
        </a:lt2>
        <a:accent1>
          <a:srgbClr val="666699"/>
        </a:accent1>
        <a:accent2>
          <a:srgbClr val="660066"/>
        </a:accent2>
        <a:accent3>
          <a:srgbClr val="AAAAAA"/>
        </a:accent3>
        <a:accent4>
          <a:srgbClr val="DADAAE"/>
        </a:accent4>
        <a:accent5>
          <a:srgbClr val="B8B8CA"/>
        </a:accent5>
        <a:accent6>
          <a:srgbClr val="5C005C"/>
        </a:accent6>
        <a:hlink>
          <a:srgbClr val="CC0000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2">
        <a:dk1>
          <a:srgbClr val="990033"/>
        </a:dk1>
        <a:lt1>
          <a:srgbClr val="FFFFFF"/>
        </a:lt1>
        <a:dk2>
          <a:srgbClr val="000000"/>
        </a:dk2>
        <a:lt2>
          <a:srgbClr val="FFFFFF"/>
        </a:lt2>
        <a:accent1>
          <a:srgbClr val="FF3300"/>
        </a:accent1>
        <a:accent2>
          <a:srgbClr val="FF9900"/>
        </a:accent2>
        <a:accent3>
          <a:srgbClr val="AAAAAA"/>
        </a:accent3>
        <a:accent4>
          <a:srgbClr val="DADADA"/>
        </a:accent4>
        <a:accent5>
          <a:srgbClr val="FFADAA"/>
        </a:accent5>
        <a:accent6>
          <a:srgbClr val="E78A00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3">
        <a:dk1>
          <a:srgbClr val="CCCCFF"/>
        </a:dk1>
        <a:lt1>
          <a:srgbClr val="FFFFCC"/>
        </a:lt1>
        <a:dk2>
          <a:srgbClr val="000000"/>
        </a:dk2>
        <a:lt2>
          <a:srgbClr val="FFFFFF"/>
        </a:lt2>
        <a:accent1>
          <a:srgbClr val="9999FF"/>
        </a:accent1>
        <a:accent2>
          <a:srgbClr val="33CCCC"/>
        </a:accent2>
        <a:accent3>
          <a:srgbClr val="AAAAAA"/>
        </a:accent3>
        <a:accent4>
          <a:srgbClr val="DADAAE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4">
        <a:dk1>
          <a:srgbClr val="000000"/>
        </a:dk1>
        <a:lt1>
          <a:srgbClr val="F8F8F8"/>
        </a:lt1>
        <a:dk2>
          <a:srgbClr val="800000"/>
        </a:dk2>
        <a:lt2>
          <a:srgbClr val="FFFFFF"/>
        </a:lt2>
        <a:accent1>
          <a:srgbClr val="FF3300"/>
        </a:accent1>
        <a:accent2>
          <a:srgbClr val="FF5050"/>
        </a:accent2>
        <a:accent3>
          <a:srgbClr val="C0AAAA"/>
        </a:accent3>
        <a:accent4>
          <a:srgbClr val="D4D4D4"/>
        </a:accent4>
        <a:accent5>
          <a:srgbClr val="FFADAA"/>
        </a:accent5>
        <a:accent6>
          <a:srgbClr val="E74848"/>
        </a:accent6>
        <a:hlink>
          <a:srgbClr val="FF9999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5">
        <a:dk1>
          <a:srgbClr val="666699"/>
        </a:dk1>
        <a:lt1>
          <a:srgbClr val="FFFFFF"/>
        </a:lt1>
        <a:dk2>
          <a:srgbClr val="000066"/>
        </a:dk2>
        <a:lt2>
          <a:srgbClr val="CCECFF"/>
        </a:lt2>
        <a:accent1>
          <a:srgbClr val="009999"/>
        </a:accent1>
        <a:accent2>
          <a:srgbClr val="0099CC"/>
        </a:accent2>
        <a:accent3>
          <a:srgbClr val="AAAAB8"/>
        </a:accent3>
        <a:accent4>
          <a:srgbClr val="DADADA"/>
        </a:accent4>
        <a:accent5>
          <a:srgbClr val="AACACA"/>
        </a:accent5>
        <a:accent6>
          <a:srgbClr val="008AB9"/>
        </a:accent6>
        <a:hlink>
          <a:srgbClr val="CC99FF"/>
        </a:hlink>
        <a:folHlink>
          <a:srgbClr val="3366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6">
        <a:dk1>
          <a:srgbClr val="99CC00"/>
        </a:dk1>
        <a:lt1>
          <a:srgbClr val="FFFFFF"/>
        </a:lt1>
        <a:dk2>
          <a:srgbClr val="009900"/>
        </a:dk2>
        <a:lt2>
          <a:srgbClr val="FFFF99"/>
        </a:lt2>
        <a:accent1>
          <a:srgbClr val="336600"/>
        </a:accent1>
        <a:accent2>
          <a:srgbClr val="008000"/>
        </a:accent2>
        <a:accent3>
          <a:srgbClr val="AACAAA"/>
        </a:accent3>
        <a:accent4>
          <a:srgbClr val="DADADA"/>
        </a:accent4>
        <a:accent5>
          <a:srgbClr val="ADB8AA"/>
        </a:accent5>
        <a:accent6>
          <a:srgbClr val="007300"/>
        </a:accent6>
        <a:hlink>
          <a:srgbClr val="CCCC00"/>
        </a:hlink>
        <a:folHlink>
          <a:srgbClr val="33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7">
        <a:dk1>
          <a:srgbClr val="000066"/>
        </a:dk1>
        <a:lt1>
          <a:srgbClr val="E1F4FF"/>
        </a:lt1>
        <a:dk2>
          <a:srgbClr val="000066"/>
        </a:dk2>
        <a:lt2>
          <a:srgbClr val="CCCCFF"/>
        </a:lt2>
        <a:accent1>
          <a:srgbClr val="9999FF"/>
        </a:accent1>
        <a:accent2>
          <a:srgbClr val="33CCCC"/>
        </a:accent2>
        <a:accent3>
          <a:srgbClr val="EEF8FF"/>
        </a:accent3>
        <a:accent4>
          <a:srgbClr val="000056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lloons 8">
        <a:dk1>
          <a:srgbClr val="006699"/>
        </a:dk1>
        <a:lt1>
          <a:srgbClr val="FFFFFF"/>
        </a:lt1>
        <a:dk2>
          <a:srgbClr val="006666"/>
        </a:dk2>
        <a:lt2>
          <a:srgbClr val="FFFFCC"/>
        </a:lt2>
        <a:accent1>
          <a:srgbClr val="EDFAD2"/>
        </a:accent1>
        <a:accent2>
          <a:srgbClr val="EBF7FF"/>
        </a:accent2>
        <a:accent3>
          <a:srgbClr val="FFFFFF"/>
        </a:accent3>
        <a:accent4>
          <a:srgbClr val="005682"/>
        </a:accent4>
        <a:accent5>
          <a:srgbClr val="F4FCE5"/>
        </a:accent5>
        <a:accent6>
          <a:srgbClr val="D5E0E7"/>
        </a:accent6>
        <a:hlink>
          <a:srgbClr val="CC99FF"/>
        </a:hlink>
        <a:folHlink>
          <a:srgbClr val="F2DF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lloons 9">
        <a:dk1>
          <a:srgbClr val="000000"/>
        </a:dk1>
        <a:lt1>
          <a:srgbClr val="FFFFFF"/>
        </a:lt1>
        <a:dk2>
          <a:srgbClr val="000000"/>
        </a:dk2>
        <a:lt2>
          <a:srgbClr val="FFCC99"/>
        </a:lt2>
        <a:accent1>
          <a:srgbClr val="FF9900"/>
        </a:accent1>
        <a:accent2>
          <a:srgbClr val="FF99CC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B9"/>
        </a:accent6>
        <a:hlink>
          <a:srgbClr val="FF9999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 Unicode MS" panose="020B0604020202020204" pitchFamily="34" charset="-128"/>
            <a:ea typeface="Arial Unicode MS" panose="020B0604020202020204" pitchFamily="34" charset="-128"/>
            <a:cs typeface="Arial Unicode MS" panose="020B0604020202020204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 Unicode MS" panose="020B0604020202020204" pitchFamily="34" charset="-128"/>
            <a:ea typeface="Arial Unicode MS" panose="020B0604020202020204" pitchFamily="34" charset="-128"/>
            <a:cs typeface="Arial Unicode MS" panose="020B0604020202020204" pitchFamily="34" charset="-128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Balloons</Template>
  <TotalTime>4280</TotalTime>
  <Words>2160</Words>
  <Application>Microsoft Office PowerPoint</Application>
  <PresentationFormat>On-screen Show (4:3)</PresentationFormat>
  <Paragraphs>491</Paragraphs>
  <Slides>39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39</vt:i4>
      </vt:variant>
    </vt:vector>
  </HeadingPairs>
  <TitlesOfParts>
    <vt:vector size="47" baseType="lpstr">
      <vt:lpstr>Arial</vt:lpstr>
      <vt:lpstr>Arial (Headings)</vt:lpstr>
      <vt:lpstr>Arial Unicode MS</vt:lpstr>
      <vt:lpstr>Tahoma</vt:lpstr>
      <vt:lpstr>Times New Roman</vt:lpstr>
      <vt:lpstr>Verdana</vt:lpstr>
      <vt:lpstr>Balloons</vt:lpstr>
      <vt:lpstr>Custom Design</vt:lpstr>
      <vt:lpstr>Introduction to Verilog HDL</vt:lpstr>
      <vt:lpstr>Hardware design</vt:lpstr>
      <vt:lpstr>HDLs</vt:lpstr>
      <vt:lpstr>What is Verilog?</vt:lpstr>
      <vt:lpstr>Verilog program</vt:lpstr>
      <vt:lpstr>Example: Full adder</vt:lpstr>
      <vt:lpstr>Example: Full adder </vt:lpstr>
      <vt:lpstr>Full adder output</vt:lpstr>
      <vt:lpstr>Verilog syntax</vt:lpstr>
      <vt:lpstr>Combinational logic</vt:lpstr>
      <vt:lpstr>Combinational logic</vt:lpstr>
      <vt:lpstr>Combinational logic</vt:lpstr>
      <vt:lpstr>Combinational logic</vt:lpstr>
      <vt:lpstr>Busses</vt:lpstr>
      <vt:lpstr>Sequential logic</vt:lpstr>
      <vt:lpstr>Sequential logic</vt:lpstr>
      <vt:lpstr>Control flow</vt:lpstr>
      <vt:lpstr>Control flow</vt:lpstr>
      <vt:lpstr>Control flow</vt:lpstr>
      <vt:lpstr>Example: JK flop</vt:lpstr>
      <vt:lpstr>Example: JK flop</vt:lpstr>
      <vt:lpstr>Example: JK flop</vt:lpstr>
      <vt:lpstr>Example: JK flop</vt:lpstr>
      <vt:lpstr>JK flop output</vt:lpstr>
      <vt:lpstr>Combinational always</vt:lpstr>
      <vt:lpstr>Blocking assignments</vt:lpstr>
      <vt:lpstr>Case statement</vt:lpstr>
      <vt:lpstr>Concatenation</vt:lpstr>
      <vt:lpstr>Register file/memory</vt:lpstr>
      <vt:lpstr>Tri-state</vt:lpstr>
      <vt:lpstr>Extra hardware</vt:lpstr>
      <vt:lpstr>Verilog is concurrent</vt:lpstr>
      <vt:lpstr>Built-in functions</vt:lpstr>
      <vt:lpstr>Verilog preprocessor</vt:lpstr>
      <vt:lpstr>Register or wire?</vt:lpstr>
      <vt:lpstr>Verilog tips</vt:lpstr>
      <vt:lpstr>Verilog tips</vt:lpstr>
      <vt:lpstr>Verilog tips</vt:lpstr>
      <vt:lpstr>Verilog tips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PARALLEL COMPUTER ARCHITECTURE</dc:title>
  <dc:creator>cse</dc:creator>
  <cp:lastModifiedBy>CSE</cp:lastModifiedBy>
  <cp:revision>161</cp:revision>
  <cp:lastPrinted>2018-01-06T06:44:51Z</cp:lastPrinted>
  <dcterms:created xsi:type="dcterms:W3CDTF">2004-07-22T16:44:06Z</dcterms:created>
  <dcterms:modified xsi:type="dcterms:W3CDTF">2026-01-09T16:54:38Z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43d8ca40-e340-42b8-a8e9-e93f266274a1</vt:lpwstr>
  </property>
</Properties>
</file>